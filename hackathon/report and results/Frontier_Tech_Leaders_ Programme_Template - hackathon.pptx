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5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notesSlides/notesSlide6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notesSlides/notesSlide7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notesSlides/notesSlide8.xml" ContentType="application/vnd.openxmlformats-officedocument.presentationml.notesSlide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5"/>
  </p:notesMasterIdLst>
  <p:sldIdLst>
    <p:sldId id="256" r:id="rId5"/>
    <p:sldId id="278" r:id="rId6"/>
    <p:sldId id="269" r:id="rId7"/>
    <p:sldId id="271" r:id="rId8"/>
    <p:sldId id="288" r:id="rId9"/>
    <p:sldId id="290" r:id="rId10"/>
    <p:sldId id="289" r:id="rId11"/>
    <p:sldId id="291" r:id="rId12"/>
    <p:sldId id="277" r:id="rId13"/>
    <p:sldId id="268" r:id="rId1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FEFFFE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9DF855-2044-4378-D382-97019082214F}" name="Eda nur Saruhan" initials="" userId="S::eda.nur.saruhan@undp.org::c5d9941d-5539-4cc6-837d-40b768a4e45a" providerId="AD"/>
  <p188:author id="{5773C6ED-D5C0-6998-8565-4039F0794B89}" name="carlosnieto_r@hotmail.com" initials="ca" userId="S::urn:spo:guest#carlosnieto_r@hotmail.com::" providerId="AD"/>
  <p188:author id="{AD2977F2-1110-00CA-B921-CFBBF1E22859}" name="Ipek Beril Benli" initials="IB" userId="S::ipek.beril.benli@undp.org::8f9c5f4b-b22c-49ff-bdd5-d07e276074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2A49"/>
    <a:srgbClr val="4618DE"/>
    <a:srgbClr val="6E1E90"/>
    <a:srgbClr val="F04A23"/>
    <a:srgbClr val="EE482C"/>
    <a:srgbClr val="4617DE"/>
    <a:srgbClr val="FE2E46"/>
    <a:srgbClr val="9D67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BCC"/>
          </a:solidFill>
        </a:fill>
      </a:tcStyle>
    </a:wholeTbl>
    <a:band2H>
      <a:tcTxStyle/>
      <a:tcStyle>
        <a:tcBdr/>
        <a:fill>
          <a:solidFill>
            <a:srgbClr val="FFF5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chemeClr val="accent5"/>
              </a:solidFill>
              <a:prstDash val="solid"/>
              <a:round/>
            </a:ln>
          </a:left>
          <a:right>
            <a:ln w="12700" cap="flat">
              <a:solidFill>
                <a:schemeClr val="accent5"/>
              </a:solidFill>
              <a:prstDash val="solid"/>
              <a:round/>
            </a:ln>
          </a:right>
          <a:top>
            <a:ln w="12700" cap="flat">
              <a:solidFill>
                <a:schemeClr val="accent5"/>
              </a:solidFill>
              <a:prstDash val="solid"/>
              <a:round/>
            </a:ln>
          </a:top>
          <a:bottom>
            <a:ln w="12700" cap="flat">
              <a:solidFill>
                <a:schemeClr val="accent5"/>
              </a:solidFill>
              <a:prstDash val="solid"/>
              <a:round/>
            </a:ln>
          </a:bottom>
          <a:insideH>
            <a:ln w="12700" cap="flat">
              <a:solidFill>
                <a:schemeClr val="accent5"/>
              </a:solidFill>
              <a:prstDash val="solid"/>
              <a:round/>
            </a:ln>
          </a:insideH>
          <a:insideV>
            <a:ln w="12700" cap="flat">
              <a:solidFill>
                <a:schemeClr val="accent5"/>
              </a:solidFill>
              <a:prstDash val="solid"/>
              <a:round/>
            </a:ln>
          </a:insideV>
        </a:tcBdr>
        <a:fill>
          <a:solidFill>
            <a:schemeClr val="accent5">
              <a:alpha val="20000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chemeClr val="accent5"/>
              </a:solidFill>
              <a:prstDash val="solid"/>
              <a:round/>
            </a:ln>
          </a:left>
          <a:right>
            <a:ln w="12700" cap="flat">
              <a:solidFill>
                <a:schemeClr val="accent5"/>
              </a:solidFill>
              <a:prstDash val="solid"/>
              <a:round/>
            </a:ln>
          </a:right>
          <a:top>
            <a:ln w="12700" cap="flat">
              <a:solidFill>
                <a:schemeClr val="accent5"/>
              </a:solidFill>
              <a:prstDash val="solid"/>
              <a:round/>
            </a:ln>
          </a:top>
          <a:bottom>
            <a:ln w="12700" cap="flat">
              <a:solidFill>
                <a:schemeClr val="accent5"/>
              </a:solidFill>
              <a:prstDash val="solid"/>
              <a:round/>
            </a:ln>
          </a:bottom>
          <a:insideH>
            <a:ln w="12700" cap="flat">
              <a:solidFill>
                <a:schemeClr val="accent5"/>
              </a:solidFill>
              <a:prstDash val="solid"/>
              <a:round/>
            </a:ln>
          </a:insideH>
          <a:insideV>
            <a:ln w="12700" cap="flat">
              <a:solidFill>
                <a:schemeClr val="accent5"/>
              </a:solidFill>
              <a:prstDash val="solid"/>
              <a:round/>
            </a:ln>
          </a:insideV>
        </a:tcBdr>
        <a:fill>
          <a:solidFill>
            <a:schemeClr val="accent5">
              <a:alpha val="20000"/>
            </a:schemeClr>
          </a:solidFill>
        </a:fill>
      </a:tcStyle>
    </a:firstCol>
    <a:lastRow>
      <a:tcTxStyle b="on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chemeClr val="accent5"/>
              </a:solidFill>
              <a:prstDash val="solid"/>
              <a:round/>
            </a:ln>
          </a:left>
          <a:right>
            <a:ln w="12700" cap="flat">
              <a:solidFill>
                <a:schemeClr val="accent5"/>
              </a:solidFill>
              <a:prstDash val="solid"/>
              <a:round/>
            </a:ln>
          </a:right>
          <a:top>
            <a:ln w="50800" cap="flat">
              <a:solidFill>
                <a:schemeClr val="accent5"/>
              </a:solidFill>
              <a:prstDash val="solid"/>
              <a:round/>
            </a:ln>
          </a:top>
          <a:bottom>
            <a:ln w="12700" cap="flat">
              <a:solidFill>
                <a:schemeClr val="accent5"/>
              </a:solidFill>
              <a:prstDash val="solid"/>
              <a:round/>
            </a:ln>
          </a:bottom>
          <a:insideH>
            <a:ln w="12700" cap="flat">
              <a:solidFill>
                <a:schemeClr val="accent5"/>
              </a:solidFill>
              <a:prstDash val="solid"/>
              <a:round/>
            </a:ln>
          </a:insideH>
          <a:insideV>
            <a:ln w="12700" cap="flat">
              <a:solidFill>
                <a:schemeClr val="accent5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chemeClr val="accent5"/>
              </a:solidFill>
              <a:prstDash val="solid"/>
              <a:round/>
            </a:ln>
          </a:left>
          <a:right>
            <a:ln w="12700" cap="flat">
              <a:solidFill>
                <a:schemeClr val="accent5"/>
              </a:solidFill>
              <a:prstDash val="solid"/>
              <a:round/>
            </a:ln>
          </a:right>
          <a:top>
            <a:ln w="12700" cap="flat">
              <a:solidFill>
                <a:schemeClr val="accent5"/>
              </a:solidFill>
              <a:prstDash val="solid"/>
              <a:round/>
            </a:ln>
          </a:top>
          <a:bottom>
            <a:ln w="25400" cap="flat">
              <a:solidFill>
                <a:schemeClr val="accent5"/>
              </a:solidFill>
              <a:prstDash val="solid"/>
              <a:round/>
            </a:ln>
          </a:bottom>
          <a:insideH>
            <a:ln w="12700" cap="flat">
              <a:solidFill>
                <a:schemeClr val="accent5"/>
              </a:solidFill>
              <a:prstDash val="solid"/>
              <a:round/>
            </a:ln>
          </a:insideH>
          <a:insideV>
            <a:ln w="12700" cap="flat">
              <a:solidFill>
                <a:schemeClr val="accent5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EEE7283C-3CF3-47DC-8721-378D4A62B228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4E2"/>
          </a:solidFill>
        </a:fill>
      </a:tcStyle>
    </a:wholeTbl>
    <a:band2H>
      <a:tcTxStyle/>
      <a:tcStyle>
        <a:tcBdr/>
        <a:fill>
          <a:solidFill>
            <a:srgbClr val="E9EBF1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EFFFE"/>
        </a:fontRef>
        <a:srgbClr val="FEFFF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FEFFFE"/>
              </a:solidFill>
              <a:prstDash val="solid"/>
              <a:round/>
            </a:ln>
          </a:top>
          <a:bottom>
            <a:ln w="25400" cap="flat">
              <a:solidFill>
                <a:srgbClr val="FEFFF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FEFFFE"/>
              </a:solidFill>
              <a:prstDash val="solid"/>
              <a:round/>
            </a:ln>
          </a:top>
          <a:bottom>
            <a:ln w="25400" cap="flat">
              <a:solidFill>
                <a:srgbClr val="FEFFF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FEFFFE"/>
        </a:fontRef>
        <a:srgbClr val="FEFFF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FFF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FFF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FFF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6"/>
    <p:restoredTop sz="94645"/>
  </p:normalViewPr>
  <p:slideViewPr>
    <p:cSldViewPr snapToGrid="0">
      <p:cViewPr varScale="1">
        <p:scale>
          <a:sx n="44" d="100"/>
          <a:sy n="44" d="100"/>
        </p:scale>
        <p:origin x="66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pek Beril Benli" userId="S::ipek.beril.benli@undp.org::8f9c5f4b-b22c-49ff-bdd5-d07e27607437" providerId="AD" clId="Web-{683A36E5-4E3E-43CE-6D21-84A5124529EF}"/>
    <pc:docChg chg="modSld">
      <pc:chgData name="Ipek Beril Benli" userId="S::ipek.beril.benli@undp.org::8f9c5f4b-b22c-49ff-bdd5-d07e27607437" providerId="AD" clId="Web-{683A36E5-4E3E-43CE-6D21-84A5124529EF}" dt="2024-04-14T15:57:37.904" v="17" actId="1076"/>
      <pc:docMkLst>
        <pc:docMk/>
      </pc:docMkLst>
      <pc:sldChg chg="modSp">
        <pc:chgData name="Ipek Beril Benli" userId="S::ipek.beril.benli@undp.org::8f9c5f4b-b22c-49ff-bdd5-d07e27607437" providerId="AD" clId="Web-{683A36E5-4E3E-43CE-6D21-84A5124529EF}" dt="2024-04-14T15:57:37.904" v="17" actId="1076"/>
        <pc:sldMkLst>
          <pc:docMk/>
          <pc:sldMk cId="120320344" sldId="280"/>
        </pc:sldMkLst>
      </pc:sldChg>
    </pc:docChg>
  </pc:docChgLst>
  <pc:docChgLst>
    <pc:chgData name="carlosnieto_r@hotmail.com" userId="S::urn:spo:guest#carlosnieto_r@hotmail.com::" providerId="AD" clId="Web-{F53A8B4D-EAD8-2A0D-F33B-B7B36ABB47B1}"/>
    <pc:docChg chg="addSld modSld">
      <pc:chgData name="carlosnieto_r@hotmail.com" userId="S::urn:spo:guest#carlosnieto_r@hotmail.com::" providerId="AD" clId="Web-{F53A8B4D-EAD8-2A0D-F33B-B7B36ABB47B1}" dt="2024-03-18T22:39:05.388" v="289" actId="1076"/>
      <pc:docMkLst>
        <pc:docMk/>
      </pc:docMkLst>
      <pc:sldChg chg="modSp">
        <pc:chgData name="carlosnieto_r@hotmail.com" userId="S::urn:spo:guest#carlosnieto_r@hotmail.com::" providerId="AD" clId="Web-{F53A8B4D-EAD8-2A0D-F33B-B7B36ABB47B1}" dt="2024-03-18T22:39:05.388" v="289" actId="1076"/>
        <pc:sldMkLst>
          <pc:docMk/>
          <pc:sldMk cId="0" sldId="259"/>
        </pc:sldMkLst>
      </pc:sldChg>
      <pc:sldChg chg="modSp">
        <pc:chgData name="carlosnieto_r@hotmail.com" userId="S::urn:spo:guest#carlosnieto_r@hotmail.com::" providerId="AD" clId="Web-{F53A8B4D-EAD8-2A0D-F33B-B7B36ABB47B1}" dt="2024-03-18T19:35:34.110" v="0" actId="14100"/>
        <pc:sldMkLst>
          <pc:docMk/>
          <pc:sldMk cId="2496000186" sldId="278"/>
        </pc:sldMkLst>
      </pc:sldChg>
      <pc:sldChg chg="modSp">
        <pc:chgData name="carlosnieto_r@hotmail.com" userId="S::urn:spo:guest#carlosnieto_r@hotmail.com::" providerId="AD" clId="Web-{F53A8B4D-EAD8-2A0D-F33B-B7B36ABB47B1}" dt="2024-03-18T22:27:42.032" v="279" actId="20577"/>
        <pc:sldMkLst>
          <pc:docMk/>
          <pc:sldMk cId="950368928" sldId="279"/>
        </pc:sldMkLst>
      </pc:sldChg>
      <pc:sldChg chg="addSp delSp modSp add replId">
        <pc:chgData name="carlosnieto_r@hotmail.com" userId="S::urn:spo:guest#carlosnieto_r@hotmail.com::" providerId="AD" clId="Web-{F53A8B4D-EAD8-2A0D-F33B-B7B36ABB47B1}" dt="2024-03-18T19:57:00.631" v="275" actId="1076"/>
        <pc:sldMkLst>
          <pc:docMk/>
          <pc:sldMk cId="120320344" sldId="280"/>
        </pc:sldMkLst>
      </pc:sldChg>
    </pc:docChg>
  </pc:docChgLst>
  <pc:docChgLst>
    <pc:chgData name="EDA NUR SARUHAN" userId="796a441a-389d-493a-b849-403485121362" providerId="ADAL" clId="{F50D9A46-20DF-48B3-A542-164CA64A4D0A}"/>
    <pc:docChg chg="undo redo custSel addSld delSld modSld sldOrd">
      <pc:chgData name="EDA NUR SARUHAN" userId="796a441a-389d-493a-b849-403485121362" providerId="ADAL" clId="{F50D9A46-20DF-48B3-A542-164CA64A4D0A}" dt="2024-06-24T07:16:17.609" v="221"/>
      <pc:docMkLst>
        <pc:docMk/>
      </pc:docMkLst>
      <pc:sldChg chg="modSp mod">
        <pc:chgData name="EDA NUR SARUHAN" userId="796a441a-389d-493a-b849-403485121362" providerId="ADAL" clId="{F50D9A46-20DF-48B3-A542-164CA64A4D0A}" dt="2024-06-24T07:10:59.195" v="19" actId="27636"/>
        <pc:sldMkLst>
          <pc:docMk/>
          <pc:sldMk cId="0" sldId="258"/>
        </pc:sldMkLst>
      </pc:sldChg>
      <pc:sldChg chg="modSp mod">
        <pc:chgData name="EDA NUR SARUHAN" userId="796a441a-389d-493a-b849-403485121362" providerId="ADAL" clId="{F50D9A46-20DF-48B3-A542-164CA64A4D0A}" dt="2024-06-24T07:11:57.316" v="63"/>
        <pc:sldMkLst>
          <pc:docMk/>
          <pc:sldMk cId="2903211234" sldId="269"/>
        </pc:sldMkLst>
      </pc:sldChg>
      <pc:sldChg chg="modSp mod">
        <pc:chgData name="EDA NUR SARUHAN" userId="796a441a-389d-493a-b849-403485121362" providerId="ADAL" clId="{F50D9A46-20DF-48B3-A542-164CA64A4D0A}" dt="2024-06-24T07:12:19.676" v="69"/>
        <pc:sldMkLst>
          <pc:docMk/>
          <pc:sldMk cId="434732476" sldId="270"/>
        </pc:sldMkLst>
      </pc:sldChg>
      <pc:sldChg chg="modSp mod">
        <pc:chgData name="EDA NUR SARUHAN" userId="796a441a-389d-493a-b849-403485121362" providerId="ADAL" clId="{F50D9A46-20DF-48B3-A542-164CA64A4D0A}" dt="2024-06-24T07:12:37.122" v="77"/>
        <pc:sldMkLst>
          <pc:docMk/>
          <pc:sldMk cId="1729379315" sldId="271"/>
        </pc:sldMkLst>
      </pc:sldChg>
      <pc:sldChg chg="modSp mod">
        <pc:chgData name="EDA NUR SARUHAN" userId="796a441a-389d-493a-b849-403485121362" providerId="ADAL" clId="{F50D9A46-20DF-48B3-A542-164CA64A4D0A}" dt="2024-06-24T07:13:12.036" v="97"/>
        <pc:sldMkLst>
          <pc:docMk/>
          <pc:sldMk cId="664534578" sldId="272"/>
        </pc:sldMkLst>
      </pc:sldChg>
      <pc:sldChg chg="modSp mod">
        <pc:chgData name="EDA NUR SARUHAN" userId="796a441a-389d-493a-b849-403485121362" providerId="ADAL" clId="{F50D9A46-20DF-48B3-A542-164CA64A4D0A}" dt="2024-06-24T07:13:38.002" v="120" actId="5793"/>
        <pc:sldMkLst>
          <pc:docMk/>
          <pc:sldMk cId="3284491021" sldId="273"/>
        </pc:sldMkLst>
      </pc:sldChg>
      <pc:sldChg chg="modSp mod">
        <pc:chgData name="EDA NUR SARUHAN" userId="796a441a-389d-493a-b849-403485121362" providerId="ADAL" clId="{F50D9A46-20DF-48B3-A542-164CA64A4D0A}" dt="2024-06-24T07:14:14.540" v="146" actId="27636"/>
        <pc:sldMkLst>
          <pc:docMk/>
          <pc:sldMk cId="3671019558" sldId="274"/>
        </pc:sldMkLst>
      </pc:sldChg>
      <pc:sldChg chg="modSp mod">
        <pc:chgData name="EDA NUR SARUHAN" userId="796a441a-389d-493a-b849-403485121362" providerId="ADAL" clId="{F50D9A46-20DF-48B3-A542-164CA64A4D0A}" dt="2024-06-24T07:14:37.088" v="154"/>
        <pc:sldMkLst>
          <pc:docMk/>
          <pc:sldMk cId="3774262820" sldId="275"/>
        </pc:sldMkLst>
      </pc:sldChg>
      <pc:sldChg chg="modSp mod">
        <pc:chgData name="EDA NUR SARUHAN" userId="796a441a-389d-493a-b849-403485121362" providerId="ADAL" clId="{F50D9A46-20DF-48B3-A542-164CA64A4D0A}" dt="2024-06-24T07:14:55.259" v="162"/>
        <pc:sldMkLst>
          <pc:docMk/>
          <pc:sldMk cId="1090383087" sldId="276"/>
        </pc:sldMkLst>
      </pc:sldChg>
      <pc:sldChg chg="new del">
        <pc:chgData name="EDA NUR SARUHAN" userId="796a441a-389d-493a-b849-403485121362" providerId="ADAL" clId="{F50D9A46-20DF-48B3-A542-164CA64A4D0A}" dt="2024-06-24T07:11:21.943" v="22" actId="47"/>
        <pc:sldMkLst>
          <pc:docMk/>
          <pc:sldMk cId="347083183" sldId="279"/>
        </pc:sldMkLst>
      </pc:sldChg>
      <pc:sldChg chg="modSp add mod">
        <pc:chgData name="EDA NUR SARUHAN" userId="796a441a-389d-493a-b849-403485121362" providerId="ADAL" clId="{F50D9A46-20DF-48B3-A542-164CA64A4D0A}" dt="2024-06-24T07:11:37.690" v="57" actId="1076"/>
        <pc:sldMkLst>
          <pc:docMk/>
          <pc:sldMk cId="2319431748" sldId="280"/>
        </pc:sldMkLst>
      </pc:sldChg>
      <pc:sldChg chg="modSp add mod ord">
        <pc:chgData name="EDA NUR SARUHAN" userId="796a441a-389d-493a-b849-403485121362" providerId="ADAL" clId="{F50D9A46-20DF-48B3-A542-164CA64A4D0A}" dt="2024-06-24T07:12:54.518" v="91" actId="20577"/>
        <pc:sldMkLst>
          <pc:docMk/>
          <pc:sldMk cId="3209889353" sldId="281"/>
        </pc:sldMkLst>
      </pc:sldChg>
      <pc:sldChg chg="modSp add mod ord">
        <pc:chgData name="EDA NUR SARUHAN" userId="796a441a-389d-493a-b849-403485121362" providerId="ADAL" clId="{F50D9A46-20DF-48B3-A542-164CA64A4D0A}" dt="2024-06-24T07:13:51.976" v="132" actId="20577"/>
        <pc:sldMkLst>
          <pc:docMk/>
          <pc:sldMk cId="4161134741" sldId="282"/>
        </pc:sldMkLst>
      </pc:sldChg>
      <pc:sldChg chg="modSp add mod">
        <pc:chgData name="EDA NUR SARUHAN" userId="796a441a-389d-493a-b849-403485121362" providerId="ADAL" clId="{F50D9A46-20DF-48B3-A542-164CA64A4D0A}" dt="2024-06-24T07:15:43.569" v="199"/>
        <pc:sldMkLst>
          <pc:docMk/>
          <pc:sldMk cId="3824939920" sldId="283"/>
        </pc:sldMkLst>
      </pc:sldChg>
      <pc:sldChg chg="new del ord">
        <pc:chgData name="EDA NUR SARUHAN" userId="796a441a-389d-493a-b849-403485121362" providerId="ADAL" clId="{F50D9A46-20DF-48B3-A542-164CA64A4D0A}" dt="2024-06-24T07:15:05.569" v="166" actId="47"/>
        <pc:sldMkLst>
          <pc:docMk/>
          <pc:sldMk cId="4249559437" sldId="283"/>
        </pc:sldMkLst>
      </pc:sldChg>
      <pc:sldChg chg="modSp add mod">
        <pc:chgData name="EDA NUR SARUHAN" userId="796a441a-389d-493a-b849-403485121362" providerId="ADAL" clId="{F50D9A46-20DF-48B3-A542-164CA64A4D0A}" dt="2024-06-24T07:16:17.609" v="221"/>
        <pc:sldMkLst>
          <pc:docMk/>
          <pc:sldMk cId="2350826882" sldId="284"/>
        </pc:sldMkLst>
      </pc:sldChg>
      <pc:sldChg chg="add del">
        <pc:chgData name="EDA NUR SARUHAN" userId="796a441a-389d-493a-b849-403485121362" providerId="ADAL" clId="{F50D9A46-20DF-48B3-A542-164CA64A4D0A}" dt="2024-06-24T07:16:08.734" v="218" actId="47"/>
        <pc:sldMkLst>
          <pc:docMk/>
          <pc:sldMk cId="211967843" sldId="285"/>
        </pc:sldMkLst>
      </pc:sldChg>
      <pc:sldChg chg="modSp add mod ord">
        <pc:chgData name="EDA NUR SARUHAN" userId="796a441a-389d-493a-b849-403485121362" providerId="ADAL" clId="{F50D9A46-20DF-48B3-A542-164CA64A4D0A}" dt="2024-06-24T07:15:23.796" v="191" actId="20577"/>
        <pc:sldMkLst>
          <pc:docMk/>
          <pc:sldMk cId="1779530041" sldId="286"/>
        </pc:sldMkLst>
      </pc:sldChg>
      <pc:sldChg chg="modSp add mod ord">
        <pc:chgData name="EDA NUR SARUHAN" userId="796a441a-389d-493a-b849-403485121362" providerId="ADAL" clId="{F50D9A46-20DF-48B3-A542-164CA64A4D0A}" dt="2024-06-24T07:15:51.814" v="213" actId="20577"/>
        <pc:sldMkLst>
          <pc:docMk/>
          <pc:sldMk cId="3899215332" sldId="287"/>
        </pc:sldMkLst>
      </pc:sldChg>
    </pc:docChg>
  </pc:docChgLst>
  <pc:docChgLst>
    <pc:chgData name="Dina Akylbekova" userId="d0186547-350c-4ee8-9f3b-afe70f175dd5" providerId="ADAL" clId="{6A4180C9-AC8C-492A-A0A8-281411F2C485}"/>
    <pc:docChg chg="custSel modSld">
      <pc:chgData name="Dina Akylbekova" userId="d0186547-350c-4ee8-9f3b-afe70f175dd5" providerId="ADAL" clId="{6A4180C9-AC8C-492A-A0A8-281411F2C485}" dt="2024-03-19T15:31:29.996" v="4" actId="1076"/>
      <pc:docMkLst>
        <pc:docMk/>
      </pc:docMkLst>
      <pc:sldChg chg="modSp mod">
        <pc:chgData name="Dina Akylbekova" userId="d0186547-350c-4ee8-9f3b-afe70f175dd5" providerId="ADAL" clId="{6A4180C9-AC8C-492A-A0A8-281411F2C485}" dt="2024-03-19T15:31:29.996" v="4" actId="1076"/>
        <pc:sldMkLst>
          <pc:docMk/>
          <pc:sldMk cId="0" sldId="266"/>
        </pc:sldMkLst>
      </pc:sldChg>
      <pc:sldChg chg="modSp">
        <pc:chgData name="Dina Akylbekova" userId="d0186547-350c-4ee8-9f3b-afe70f175dd5" providerId="ADAL" clId="{6A4180C9-AC8C-492A-A0A8-281411F2C485}" dt="2024-03-19T15:29:15.644" v="1"/>
        <pc:sldMkLst>
          <pc:docMk/>
          <pc:sldMk cId="3407680115" sldId="271"/>
        </pc:sldMkLst>
      </pc:sldChg>
      <pc:sldChg chg="modSp">
        <pc:chgData name="Dina Akylbekova" userId="d0186547-350c-4ee8-9f3b-afe70f175dd5" providerId="ADAL" clId="{6A4180C9-AC8C-492A-A0A8-281411F2C485}" dt="2024-03-19T15:29:15.644" v="1"/>
        <pc:sldMkLst>
          <pc:docMk/>
          <pc:sldMk cId="1299165562" sldId="275"/>
        </pc:sldMkLst>
      </pc:sldChg>
      <pc:sldChg chg="modSp">
        <pc:chgData name="Dina Akylbekova" userId="d0186547-350c-4ee8-9f3b-afe70f175dd5" providerId="ADAL" clId="{6A4180C9-AC8C-492A-A0A8-281411F2C485}" dt="2024-03-19T15:29:15.644" v="1"/>
        <pc:sldMkLst>
          <pc:docMk/>
          <pc:sldMk cId="2049148930" sldId="276"/>
        </pc:sldMkLst>
      </pc:sldChg>
      <pc:sldChg chg="modSp mod">
        <pc:chgData name="Dina Akylbekova" userId="d0186547-350c-4ee8-9f3b-afe70f175dd5" providerId="ADAL" clId="{6A4180C9-AC8C-492A-A0A8-281411F2C485}" dt="2024-03-19T15:28:47.188" v="0" actId="313"/>
        <pc:sldMkLst>
          <pc:docMk/>
          <pc:sldMk cId="120320344" sldId="280"/>
        </pc:sldMkLst>
      </pc:sldChg>
    </pc:docChg>
  </pc:docChgLst>
  <pc:docChgLst>
    <pc:chgData name="Ipek Beril Benli" userId="S::ipek.beril.benli@undp.org::8f9c5f4b-b22c-49ff-bdd5-d07e27607437" providerId="AD" clId="Web-{BA4A98C9-4BA9-35B6-87C1-650CB67E20CB}"/>
    <pc:docChg chg="modSld">
      <pc:chgData name="Ipek Beril Benli" userId="S::ipek.beril.benli@undp.org::8f9c5f4b-b22c-49ff-bdd5-d07e27607437" providerId="AD" clId="Web-{BA4A98C9-4BA9-35B6-87C1-650CB67E20CB}" dt="2024-03-12T18:05:21.721" v="18" actId="20577"/>
      <pc:docMkLst>
        <pc:docMk/>
      </pc:docMkLst>
      <pc:sldChg chg="modSp mod modShow">
        <pc:chgData name="Ipek Beril Benli" userId="S::ipek.beril.benli@undp.org::8f9c5f4b-b22c-49ff-bdd5-d07e27607437" providerId="AD" clId="Web-{BA4A98C9-4BA9-35B6-87C1-650CB67E20CB}" dt="2024-03-12T18:04:49.986" v="12" actId="20577"/>
        <pc:sldMkLst>
          <pc:docMk/>
          <pc:sldMk cId="0" sldId="266"/>
        </pc:sldMkLst>
      </pc:sldChg>
      <pc:sldChg chg="modSp">
        <pc:chgData name="Ipek Beril Benli" userId="S::ipek.beril.benli@undp.org::8f9c5f4b-b22c-49ff-bdd5-d07e27607437" providerId="AD" clId="Web-{BA4A98C9-4BA9-35B6-87C1-650CB67E20CB}" dt="2024-03-12T18:05:21.721" v="18" actId="20577"/>
        <pc:sldMkLst>
          <pc:docMk/>
          <pc:sldMk cId="3289475291" sldId="277"/>
        </pc:sldMkLst>
      </pc:sldChg>
    </pc:docChg>
  </pc:docChgLst>
  <pc:docChgLst>
    <pc:chgData name="EDA NUR SARUHAN" userId="796a441a-389d-493a-b849-403485121362" providerId="ADAL" clId="{E289476B-979E-443D-BAB6-A57797CA7586}"/>
    <pc:docChg chg="addSld delSld modSld sldOrd">
      <pc:chgData name="EDA NUR SARUHAN" userId="796a441a-389d-493a-b849-403485121362" providerId="ADAL" clId="{E289476B-979E-443D-BAB6-A57797CA7586}" dt="2025-03-14T07:12:24.124" v="82" actId="47"/>
      <pc:docMkLst>
        <pc:docMk/>
      </pc:docMkLst>
      <pc:sldChg chg="del">
        <pc:chgData name="EDA NUR SARUHAN" userId="796a441a-389d-493a-b849-403485121362" providerId="ADAL" clId="{E289476B-979E-443D-BAB6-A57797CA7586}" dt="2025-03-14T07:12:16.116" v="81" actId="47"/>
        <pc:sldMkLst>
          <pc:docMk/>
          <pc:sldMk cId="0" sldId="258"/>
        </pc:sldMkLst>
      </pc:sldChg>
      <pc:sldChg chg="del">
        <pc:chgData name="EDA NUR SARUHAN" userId="796a441a-389d-493a-b849-403485121362" providerId="ADAL" clId="{E289476B-979E-443D-BAB6-A57797CA7586}" dt="2025-03-14T07:11:30.503" v="68" actId="47"/>
        <pc:sldMkLst>
          <pc:docMk/>
          <pc:sldMk cId="664534578" sldId="272"/>
        </pc:sldMkLst>
      </pc:sldChg>
      <pc:sldChg chg="del">
        <pc:chgData name="EDA NUR SARUHAN" userId="796a441a-389d-493a-b849-403485121362" providerId="ADAL" clId="{E289476B-979E-443D-BAB6-A57797CA7586}" dt="2025-03-14T07:11:32.701" v="70" actId="47"/>
        <pc:sldMkLst>
          <pc:docMk/>
          <pc:sldMk cId="3671019558" sldId="274"/>
        </pc:sldMkLst>
      </pc:sldChg>
      <pc:sldChg chg="del">
        <pc:chgData name="EDA NUR SARUHAN" userId="796a441a-389d-493a-b849-403485121362" providerId="ADAL" clId="{E289476B-979E-443D-BAB6-A57797CA7586}" dt="2025-03-14T07:11:33.710" v="71" actId="47"/>
        <pc:sldMkLst>
          <pc:docMk/>
          <pc:sldMk cId="3774262820" sldId="275"/>
        </pc:sldMkLst>
      </pc:sldChg>
      <pc:sldChg chg="del">
        <pc:chgData name="EDA NUR SARUHAN" userId="796a441a-389d-493a-b849-403485121362" providerId="ADAL" clId="{E289476B-979E-443D-BAB6-A57797CA7586}" dt="2025-03-14T07:11:35.834" v="72" actId="47"/>
        <pc:sldMkLst>
          <pc:docMk/>
          <pc:sldMk cId="1090383087" sldId="276"/>
        </pc:sldMkLst>
      </pc:sldChg>
      <pc:sldChg chg="del">
        <pc:chgData name="EDA NUR SARUHAN" userId="796a441a-389d-493a-b849-403485121362" providerId="ADAL" clId="{E289476B-979E-443D-BAB6-A57797CA7586}" dt="2025-03-14T07:12:14.089" v="80" actId="47"/>
        <pc:sldMkLst>
          <pc:docMk/>
          <pc:sldMk cId="2319431748" sldId="280"/>
        </pc:sldMkLst>
      </pc:sldChg>
      <pc:sldChg chg="del">
        <pc:chgData name="EDA NUR SARUHAN" userId="796a441a-389d-493a-b849-403485121362" providerId="ADAL" clId="{E289476B-979E-443D-BAB6-A57797CA7586}" dt="2025-03-14T07:11:29.492" v="67" actId="47"/>
        <pc:sldMkLst>
          <pc:docMk/>
          <pc:sldMk cId="3209889353" sldId="281"/>
        </pc:sldMkLst>
      </pc:sldChg>
      <pc:sldChg chg="del">
        <pc:chgData name="EDA NUR SARUHAN" userId="796a441a-389d-493a-b849-403485121362" providerId="ADAL" clId="{E289476B-979E-443D-BAB6-A57797CA7586}" dt="2025-03-14T07:11:31.459" v="69" actId="47"/>
        <pc:sldMkLst>
          <pc:docMk/>
          <pc:sldMk cId="4161134741" sldId="282"/>
        </pc:sldMkLst>
      </pc:sldChg>
      <pc:sldChg chg="del">
        <pc:chgData name="EDA NUR SARUHAN" userId="796a441a-389d-493a-b849-403485121362" providerId="ADAL" clId="{E289476B-979E-443D-BAB6-A57797CA7586}" dt="2025-03-14T07:11:41.159" v="74" actId="47"/>
        <pc:sldMkLst>
          <pc:docMk/>
          <pc:sldMk cId="3824939920" sldId="283"/>
        </pc:sldMkLst>
      </pc:sldChg>
      <pc:sldChg chg="del">
        <pc:chgData name="EDA NUR SARUHAN" userId="796a441a-389d-493a-b849-403485121362" providerId="ADAL" clId="{E289476B-979E-443D-BAB6-A57797CA7586}" dt="2025-03-14T07:12:24.124" v="82" actId="47"/>
        <pc:sldMkLst>
          <pc:docMk/>
          <pc:sldMk cId="2350826882" sldId="284"/>
        </pc:sldMkLst>
      </pc:sldChg>
      <pc:sldChg chg="del">
        <pc:chgData name="EDA NUR SARUHAN" userId="796a441a-389d-493a-b849-403485121362" providerId="ADAL" clId="{E289476B-979E-443D-BAB6-A57797CA7586}" dt="2025-03-14T07:11:37.455" v="73" actId="47"/>
        <pc:sldMkLst>
          <pc:docMk/>
          <pc:sldMk cId="1779530041" sldId="286"/>
        </pc:sldMkLst>
      </pc:sldChg>
      <pc:sldChg chg="del">
        <pc:chgData name="EDA NUR SARUHAN" userId="796a441a-389d-493a-b849-403485121362" providerId="ADAL" clId="{E289476B-979E-443D-BAB6-A57797CA7586}" dt="2025-03-14T07:11:44.661" v="75" actId="47"/>
        <pc:sldMkLst>
          <pc:docMk/>
          <pc:sldMk cId="3899215332" sldId="287"/>
        </pc:sldMkLst>
      </pc:sldChg>
      <pc:sldChg chg="modSp mod">
        <pc:chgData name="EDA NUR SARUHAN" userId="796a441a-389d-493a-b849-403485121362" providerId="ADAL" clId="{E289476B-979E-443D-BAB6-A57797CA7586}" dt="2025-03-14T07:10:38.017" v="16" actId="20577"/>
        <pc:sldMkLst>
          <pc:docMk/>
          <pc:sldMk cId="2792668569" sldId="288"/>
        </pc:sldMkLst>
        <pc:spChg chg="mod">
          <ac:chgData name="EDA NUR SARUHAN" userId="796a441a-389d-493a-b849-403485121362" providerId="ADAL" clId="{E289476B-979E-443D-BAB6-A57797CA7586}" dt="2025-03-14T07:10:38.017" v="16" actId="20577"/>
          <ac:spMkLst>
            <pc:docMk/>
            <pc:sldMk cId="2792668569" sldId="288"/>
            <ac:spMk id="490" creationId="{BF02BB99-8C9F-BCAB-3D9A-560E34AB8B93}"/>
          </ac:spMkLst>
        </pc:spChg>
        <pc:spChg chg="mod">
          <ac:chgData name="EDA NUR SARUHAN" userId="796a441a-389d-493a-b849-403485121362" providerId="ADAL" clId="{E289476B-979E-443D-BAB6-A57797CA7586}" dt="2025-03-14T07:10:24.798" v="15" actId="20577"/>
          <ac:spMkLst>
            <pc:docMk/>
            <pc:sldMk cId="2792668569" sldId="288"/>
            <ac:spMk id="493" creationId="{33F6C684-034E-6FED-A300-0383AD64D2A6}"/>
          </ac:spMkLst>
        </pc:spChg>
      </pc:sldChg>
      <pc:sldChg chg="modSp add mod">
        <pc:chgData name="EDA NUR SARUHAN" userId="796a441a-389d-493a-b849-403485121362" providerId="ADAL" clId="{E289476B-979E-443D-BAB6-A57797CA7586}" dt="2025-03-14T07:10:59.879" v="43" actId="20577"/>
        <pc:sldMkLst>
          <pc:docMk/>
          <pc:sldMk cId="2461165018" sldId="289"/>
        </pc:sldMkLst>
        <pc:spChg chg="mod">
          <ac:chgData name="EDA NUR SARUHAN" userId="796a441a-389d-493a-b849-403485121362" providerId="ADAL" clId="{E289476B-979E-443D-BAB6-A57797CA7586}" dt="2025-03-14T07:10:59.879" v="43" actId="20577"/>
          <ac:spMkLst>
            <pc:docMk/>
            <pc:sldMk cId="2461165018" sldId="289"/>
            <ac:spMk id="493" creationId="{7F6AF1D6-5E18-4D4A-AF2E-D4983F1F0FFE}"/>
          </ac:spMkLst>
        </pc:spChg>
      </pc:sldChg>
      <pc:sldChg chg="modSp add mod ord">
        <pc:chgData name="EDA NUR SARUHAN" userId="796a441a-389d-493a-b849-403485121362" providerId="ADAL" clId="{E289476B-979E-443D-BAB6-A57797CA7586}" dt="2025-03-14T07:11:53.151" v="79"/>
        <pc:sldMkLst>
          <pc:docMk/>
          <pc:sldMk cId="2960136619" sldId="290"/>
        </pc:sldMkLst>
        <pc:spChg chg="mod">
          <ac:chgData name="EDA NUR SARUHAN" userId="796a441a-389d-493a-b849-403485121362" providerId="ADAL" clId="{E289476B-979E-443D-BAB6-A57797CA7586}" dt="2025-03-14T07:11:11.856" v="52" actId="20577"/>
          <ac:spMkLst>
            <pc:docMk/>
            <pc:sldMk cId="2960136619" sldId="290"/>
            <ac:spMk id="493" creationId="{88C61DCD-7BA0-7AAE-DC7C-FDABF2A01618}"/>
          </ac:spMkLst>
        </pc:spChg>
      </pc:sldChg>
      <pc:sldChg chg="modSp add mod ord">
        <pc:chgData name="EDA NUR SARUHAN" userId="796a441a-389d-493a-b849-403485121362" providerId="ADAL" clId="{E289476B-979E-443D-BAB6-A57797CA7586}" dt="2025-03-14T07:11:50.085" v="77"/>
        <pc:sldMkLst>
          <pc:docMk/>
          <pc:sldMk cId="2245103886" sldId="291"/>
        </pc:sldMkLst>
        <pc:spChg chg="mod">
          <ac:chgData name="EDA NUR SARUHAN" userId="796a441a-389d-493a-b849-403485121362" providerId="ADAL" clId="{E289476B-979E-443D-BAB6-A57797CA7586}" dt="2025-03-14T07:11:22.790" v="66" actId="20577"/>
          <ac:spMkLst>
            <pc:docMk/>
            <pc:sldMk cId="2245103886" sldId="291"/>
            <ac:spMk id="493" creationId="{20A47334-EC8B-17F3-E79B-425BE02AC162}"/>
          </ac:spMkLst>
        </pc:spChg>
      </pc:sldChg>
    </pc:docChg>
  </pc:docChgLst>
  <pc:docChgLst>
    <pc:chgData name="Ipek Beril Benli" userId="S::ipek.beril.benli@undp.org::8f9c5f4b-b22c-49ff-bdd5-d07e27607437" providerId="AD" clId="Web-{70C7BC07-BB33-76A1-341B-B125B7987719}"/>
    <pc:docChg chg="modSld">
      <pc:chgData name="Ipek Beril Benli" userId="S::ipek.beril.benli@undp.org::8f9c5f4b-b22c-49ff-bdd5-d07e27607437" providerId="AD" clId="Web-{70C7BC07-BB33-76A1-341B-B125B7987719}" dt="2024-03-13T12:29:03.866" v="30" actId="1076"/>
      <pc:docMkLst>
        <pc:docMk/>
      </pc:docMkLst>
      <pc:sldChg chg="addSp delSp modSp">
        <pc:chgData name="Ipek Beril Benli" userId="S::ipek.beril.benli@undp.org::8f9c5f4b-b22c-49ff-bdd5-d07e27607437" providerId="AD" clId="Web-{70C7BC07-BB33-76A1-341B-B125B7987719}" dt="2024-03-13T12:29:03.866" v="30" actId="1076"/>
        <pc:sldMkLst>
          <pc:docMk/>
          <pc:sldMk cId="2496000186" sldId="278"/>
        </pc:sldMkLst>
      </pc:sldChg>
    </pc:docChg>
  </pc:docChgLst>
  <pc:docChgLst>
    <pc:chgData name="carlosnieto_r@hotmail.com" userId="S::urn:spo:guest#carlosnieto_r@hotmail.com::" providerId="AD" clId="Web-{D030A783-4C26-A712-4551-726DE7270034}"/>
    <pc:docChg chg="modSld">
      <pc:chgData name="carlosnieto_r@hotmail.com" userId="S::urn:spo:guest#carlosnieto_r@hotmail.com::" providerId="AD" clId="Web-{D030A783-4C26-A712-4551-726DE7270034}" dt="2024-03-13T01:06:02.255" v="76"/>
      <pc:docMkLst>
        <pc:docMk/>
      </pc:docMkLst>
      <pc:sldChg chg="addSp delSp modSp">
        <pc:chgData name="carlosnieto_r@hotmail.com" userId="S::urn:spo:guest#carlosnieto_r@hotmail.com::" providerId="AD" clId="Web-{D030A783-4C26-A712-4551-726DE7270034}" dt="2024-03-13T01:05:24.941" v="74" actId="1076"/>
        <pc:sldMkLst>
          <pc:docMk/>
          <pc:sldMk cId="3100614976" sldId="273"/>
        </pc:sldMkLst>
      </pc:sldChg>
      <pc:sldChg chg="addSp delSp modSp">
        <pc:chgData name="carlosnieto_r@hotmail.com" userId="S::urn:spo:guest#carlosnieto_r@hotmail.com::" providerId="AD" clId="Web-{D030A783-4C26-A712-4551-726DE7270034}" dt="2024-03-13T01:06:02.255" v="76"/>
        <pc:sldMkLst>
          <pc:docMk/>
          <pc:sldMk cId="2496000186" sldId="278"/>
        </pc:sldMkLst>
      </pc:sldChg>
    </pc:docChg>
  </pc:docChgLst>
  <pc:docChgLst>
    <pc:chgData name="Ipek Beril Benli" userId="S::ipek.beril.benli@undp.org::8f9c5f4b-b22c-49ff-bdd5-d07e27607437" providerId="AD" clId="Web-{8CEBC8F0-1925-8894-B66D-92D3F8EEBCA2}"/>
    <pc:docChg chg="addSld delSld">
      <pc:chgData name="Ipek Beril Benli" userId="S::ipek.beril.benli@undp.org::8f9c5f4b-b22c-49ff-bdd5-d07e27607437" providerId="AD" clId="Web-{8CEBC8F0-1925-8894-B66D-92D3F8EEBCA2}" dt="2024-03-15T12:29:17.387" v="4"/>
      <pc:docMkLst>
        <pc:docMk/>
      </pc:docMkLst>
      <pc:sldChg chg="del">
        <pc:chgData name="Ipek Beril Benli" userId="S::ipek.beril.benli@undp.org::8f9c5f4b-b22c-49ff-bdd5-d07e27607437" providerId="AD" clId="Web-{8CEBC8F0-1925-8894-B66D-92D3F8EEBCA2}" dt="2024-03-15T12:29:17.372" v="3"/>
        <pc:sldMkLst>
          <pc:docMk/>
          <pc:sldMk cId="0" sldId="264"/>
        </pc:sldMkLst>
      </pc:sldChg>
      <pc:sldChg chg="del">
        <pc:chgData name="Ipek Beril Benli" userId="S::ipek.beril.benli@undp.org::8f9c5f4b-b22c-49ff-bdd5-d07e27607437" providerId="AD" clId="Web-{8CEBC8F0-1925-8894-B66D-92D3F8EEBCA2}" dt="2024-03-15T12:29:17.387" v="4"/>
        <pc:sldMkLst>
          <pc:docMk/>
          <pc:sldMk cId="0" sldId="267"/>
        </pc:sldMkLst>
      </pc:sldChg>
      <pc:sldChg chg="delCm">
        <pc:chgData name="Ipek Beril Benli" userId="S::ipek.beril.benli@undp.org::8f9c5f4b-b22c-49ff-bdd5-d07e27607437" providerId="AD" clId="Web-{8CEBC8F0-1925-8894-B66D-92D3F8EEBCA2}" dt="2024-03-15T12:27:56.634" v="1"/>
        <pc:sldMkLst>
          <pc:docMk/>
          <pc:sldMk cId="3100614976" sldId="27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Ipek Beril Benli" userId="S::ipek.beril.benli@undp.org::8f9c5f4b-b22c-49ff-bdd5-d07e27607437" providerId="AD" clId="Web-{8CEBC8F0-1925-8894-B66D-92D3F8EEBCA2}" dt="2024-03-15T12:27:56.634" v="1"/>
              <pc2:cmMkLst xmlns:pc2="http://schemas.microsoft.com/office/powerpoint/2019/9/main/command">
                <pc:docMk/>
                <pc:sldMk cId="3100614976" sldId="273"/>
                <pc2:cmMk id="{0760F27F-A6EA-43CB-87F1-435D928619FF}"/>
              </pc2:cmMkLst>
            </pc226:cmChg>
          </p:ext>
        </pc:extLst>
      </pc:sldChg>
      <pc:sldChg chg="delCm">
        <pc:chgData name="Ipek Beril Benli" userId="S::ipek.beril.benli@undp.org::8f9c5f4b-b22c-49ff-bdd5-d07e27607437" providerId="AD" clId="Web-{8CEBC8F0-1925-8894-B66D-92D3F8EEBCA2}" dt="2024-03-15T12:27:51.337" v="0"/>
        <pc:sldMkLst>
          <pc:docMk/>
          <pc:sldMk cId="2496000186" sldId="27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Ipek Beril Benli" userId="S::ipek.beril.benli@undp.org::8f9c5f4b-b22c-49ff-bdd5-d07e27607437" providerId="AD" clId="Web-{8CEBC8F0-1925-8894-B66D-92D3F8EEBCA2}" dt="2024-03-15T12:27:51.337" v="0"/>
              <pc2:cmMkLst xmlns:pc2="http://schemas.microsoft.com/office/powerpoint/2019/9/main/command">
                <pc:docMk/>
                <pc:sldMk cId="2496000186" sldId="278"/>
                <pc2:cmMk id="{B9CFB55F-B64D-4089-8034-8150A9E9C8BC}"/>
              </pc2:cmMkLst>
            </pc226:cmChg>
          </p:ext>
        </pc:extLst>
      </pc:sldChg>
      <pc:sldChg chg="add">
        <pc:chgData name="Ipek Beril Benli" userId="S::ipek.beril.benli@undp.org::8f9c5f4b-b22c-49ff-bdd5-d07e27607437" providerId="AD" clId="Web-{8CEBC8F0-1925-8894-B66D-92D3F8EEBCA2}" dt="2024-03-15T12:29:03.262" v="2"/>
        <pc:sldMkLst>
          <pc:docMk/>
          <pc:sldMk cId="950368928" sldId="279"/>
        </pc:sldMkLst>
      </pc:sldChg>
    </pc:docChg>
  </pc:docChgLst>
  <pc:docChgLst>
    <pc:chgData name="Ipek Beril Benli" userId="S::ipek.beril.benli@undp.org::8f9c5f4b-b22c-49ff-bdd5-d07e27607437" providerId="AD" clId="Web-{A699159B-CA30-B18E-23CC-B0705FD50A34}"/>
    <pc:docChg chg="addSld delSld modSld sldOrd">
      <pc:chgData name="Ipek Beril Benli" userId="S::ipek.beril.benli@undp.org::8f9c5f4b-b22c-49ff-bdd5-d07e27607437" providerId="AD" clId="Web-{A699159B-CA30-B18E-23CC-B0705FD50A34}" dt="2024-03-05T08:06:25.540" v="56" actId="1076"/>
      <pc:docMkLst>
        <pc:docMk/>
      </pc:docMkLst>
      <pc:sldChg chg="del">
        <pc:chgData name="Ipek Beril Benli" userId="S::ipek.beril.benli@undp.org::8f9c5f4b-b22c-49ff-bdd5-d07e27607437" providerId="AD" clId="Web-{A699159B-CA30-B18E-23CC-B0705FD50A34}" dt="2024-03-05T07:54:59.483" v="14"/>
        <pc:sldMkLst>
          <pc:docMk/>
          <pc:sldMk cId="0" sldId="261"/>
        </pc:sldMkLst>
      </pc:sldChg>
      <pc:sldChg chg="del">
        <pc:chgData name="Ipek Beril Benli" userId="S::ipek.beril.benli@undp.org::8f9c5f4b-b22c-49ff-bdd5-d07e27607437" providerId="AD" clId="Web-{A699159B-CA30-B18E-23CC-B0705FD50A34}" dt="2024-03-05T07:52:51.916" v="0"/>
        <pc:sldMkLst>
          <pc:docMk/>
          <pc:sldMk cId="0" sldId="262"/>
        </pc:sldMkLst>
      </pc:sldChg>
      <pc:sldChg chg="ord">
        <pc:chgData name="Ipek Beril Benli" userId="S::ipek.beril.benli@undp.org::8f9c5f4b-b22c-49ff-bdd5-d07e27607437" providerId="AD" clId="Web-{A699159B-CA30-B18E-23CC-B0705FD50A34}" dt="2024-03-05T08:03:25.642" v="32"/>
        <pc:sldMkLst>
          <pc:docMk/>
          <pc:sldMk cId="0" sldId="266"/>
        </pc:sldMkLst>
      </pc:sldChg>
      <pc:sldChg chg="modSp">
        <pc:chgData name="Ipek Beril Benli" userId="S::ipek.beril.benli@undp.org::8f9c5f4b-b22c-49ff-bdd5-d07e27607437" providerId="AD" clId="Web-{A699159B-CA30-B18E-23CC-B0705FD50A34}" dt="2024-03-05T07:55:27.312" v="18" actId="1076"/>
        <pc:sldMkLst>
          <pc:docMk/>
          <pc:sldMk cId="2362704423" sldId="269"/>
        </pc:sldMkLst>
      </pc:sldChg>
      <pc:sldChg chg="modSp">
        <pc:chgData name="Ipek Beril Benli" userId="S::ipek.beril.benli@undp.org::8f9c5f4b-b22c-49ff-bdd5-d07e27607437" providerId="AD" clId="Web-{A699159B-CA30-B18E-23CC-B0705FD50A34}" dt="2024-03-05T08:06:25.540" v="56" actId="1076"/>
        <pc:sldMkLst>
          <pc:docMk/>
          <pc:sldMk cId="3407680115" sldId="271"/>
        </pc:sldMkLst>
      </pc:sldChg>
      <pc:sldChg chg="addCm">
        <pc:chgData name="Ipek Beril Benli" userId="S::ipek.beril.benli@undp.org::8f9c5f4b-b22c-49ff-bdd5-d07e27607437" providerId="AD" clId="Web-{A699159B-CA30-B18E-23CC-B0705FD50A34}" dt="2024-03-05T07:59:24.727" v="31"/>
        <pc:sldMkLst>
          <pc:docMk/>
          <pc:sldMk cId="3100614976" sldId="27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Ipek Beril Benli" userId="S::ipek.beril.benli@undp.org::8f9c5f4b-b22c-49ff-bdd5-d07e27607437" providerId="AD" clId="Web-{A699159B-CA30-B18E-23CC-B0705FD50A34}" dt="2024-03-05T07:59:24.727" v="31"/>
              <pc2:cmMkLst xmlns:pc2="http://schemas.microsoft.com/office/powerpoint/2019/9/main/command">
                <pc:docMk/>
                <pc:sldMk cId="3100614976" sldId="273"/>
                <pc2:cmMk id="{0760F27F-A6EA-43CB-87F1-435D928619FF}"/>
              </pc2:cmMkLst>
            </pc226:cmChg>
          </p:ext>
        </pc:extLst>
      </pc:sldChg>
      <pc:sldChg chg="delSp modSp">
        <pc:chgData name="Ipek Beril Benli" userId="S::ipek.beril.benli@undp.org::8f9c5f4b-b22c-49ff-bdd5-d07e27607437" providerId="AD" clId="Web-{A699159B-CA30-B18E-23CC-B0705FD50A34}" dt="2024-03-05T07:56:10.048" v="28"/>
        <pc:sldMkLst>
          <pc:docMk/>
          <pc:sldMk cId="2049148930" sldId="276"/>
        </pc:sldMkLst>
      </pc:sldChg>
      <pc:sldChg chg="addSp modSp add del">
        <pc:chgData name="Ipek Beril Benli" userId="S::ipek.beril.benli@undp.org::8f9c5f4b-b22c-49ff-bdd5-d07e27607437" providerId="AD" clId="Web-{A699159B-CA30-B18E-23CC-B0705FD50A34}" dt="2024-03-05T07:54:08.700" v="10"/>
        <pc:sldMkLst>
          <pc:docMk/>
          <pc:sldMk cId="3289475291" sldId="277"/>
        </pc:sldMkLst>
      </pc:sldChg>
      <pc:sldChg chg="addSp modSp add addCm">
        <pc:chgData name="Ipek Beril Benli" userId="S::ipek.beril.benli@undp.org::8f9c5f4b-b22c-49ff-bdd5-d07e27607437" providerId="AD" clId="Web-{A699159B-CA30-B18E-23CC-B0705FD50A34}" dt="2024-03-05T07:58:45.679" v="30"/>
        <pc:sldMkLst>
          <pc:docMk/>
          <pc:sldMk cId="2496000186" sldId="27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Ipek Beril Benli" userId="S::ipek.beril.benli@undp.org::8f9c5f4b-b22c-49ff-bdd5-d07e27607437" providerId="AD" clId="Web-{A699159B-CA30-B18E-23CC-B0705FD50A34}" dt="2024-03-05T07:58:45.679" v="30"/>
              <pc2:cmMkLst xmlns:pc2="http://schemas.microsoft.com/office/powerpoint/2019/9/main/command">
                <pc:docMk/>
                <pc:sldMk cId="2496000186" sldId="278"/>
                <pc2:cmMk id="{B9CFB55F-B64D-4089-8034-8150A9E9C8BC}"/>
              </pc2:cmMkLst>
            </pc226:cmChg>
          </p:ext>
        </pc:extLst>
      </pc:sldChg>
    </pc:docChg>
  </pc:docChgLst>
  <pc:docChgLst>
    <pc:chgData name="EDA NUR SARUHAN" userId="796a441a-389d-493a-b849-403485121362" providerId="ADAL" clId="{A71DF7CA-E899-4FFC-B287-1FDD74E35F24}"/>
    <pc:docChg chg="addSld delSld modSld">
      <pc:chgData name="EDA NUR SARUHAN" userId="796a441a-389d-493a-b849-403485121362" providerId="ADAL" clId="{A71DF7CA-E899-4FFC-B287-1FDD74E35F24}" dt="2025-03-14T07:09:34.222" v="55" actId="2890"/>
      <pc:docMkLst>
        <pc:docMk/>
      </pc:docMkLst>
      <pc:sldChg chg="modSp mod">
        <pc:chgData name="EDA NUR SARUHAN" userId="796a441a-389d-493a-b849-403485121362" providerId="ADAL" clId="{A71DF7CA-E899-4FFC-B287-1FDD74E35F24}" dt="2025-03-14T07:05:40.524" v="23" actId="20577"/>
        <pc:sldMkLst>
          <pc:docMk/>
          <pc:sldMk cId="2903211234" sldId="269"/>
        </pc:sldMkLst>
        <pc:spChg chg="mod">
          <ac:chgData name="EDA NUR SARUHAN" userId="796a441a-389d-493a-b849-403485121362" providerId="ADAL" clId="{A71DF7CA-E899-4FFC-B287-1FDD74E35F24}" dt="2025-03-14T07:05:40.524" v="23" actId="20577"/>
          <ac:spMkLst>
            <pc:docMk/>
            <pc:sldMk cId="2903211234" sldId="269"/>
            <ac:spMk id="490" creationId="{00000000-0000-0000-0000-000000000000}"/>
          </ac:spMkLst>
        </pc:spChg>
        <pc:spChg chg="mod">
          <ac:chgData name="EDA NUR SARUHAN" userId="796a441a-389d-493a-b849-403485121362" providerId="ADAL" clId="{A71DF7CA-E899-4FFC-B287-1FDD74E35F24}" dt="2025-03-14T07:05:15.050" v="17" actId="20577"/>
          <ac:spMkLst>
            <pc:docMk/>
            <pc:sldMk cId="2903211234" sldId="269"/>
            <ac:spMk id="493" creationId="{00000000-0000-0000-0000-000000000000}"/>
          </ac:spMkLst>
        </pc:spChg>
      </pc:sldChg>
      <pc:sldChg chg="del">
        <pc:chgData name="EDA NUR SARUHAN" userId="796a441a-389d-493a-b849-403485121362" providerId="ADAL" clId="{A71DF7CA-E899-4FFC-B287-1FDD74E35F24}" dt="2025-03-14T07:05:42.548" v="24" actId="47"/>
        <pc:sldMkLst>
          <pc:docMk/>
          <pc:sldMk cId="434732476" sldId="270"/>
        </pc:sldMkLst>
      </pc:sldChg>
      <pc:sldChg chg="modSp mod">
        <pc:chgData name="EDA NUR SARUHAN" userId="796a441a-389d-493a-b849-403485121362" providerId="ADAL" clId="{A71DF7CA-E899-4FFC-B287-1FDD74E35F24}" dt="2025-03-14T07:05:52.468" v="32" actId="20577"/>
        <pc:sldMkLst>
          <pc:docMk/>
          <pc:sldMk cId="1729379315" sldId="271"/>
        </pc:sldMkLst>
        <pc:spChg chg="mod">
          <ac:chgData name="EDA NUR SARUHAN" userId="796a441a-389d-493a-b849-403485121362" providerId="ADAL" clId="{A71DF7CA-E899-4FFC-B287-1FDD74E35F24}" dt="2025-03-14T07:05:52.468" v="32" actId="20577"/>
          <ac:spMkLst>
            <pc:docMk/>
            <pc:sldMk cId="1729379315" sldId="271"/>
            <ac:spMk id="490" creationId="{00000000-0000-0000-0000-000000000000}"/>
          </ac:spMkLst>
        </pc:spChg>
      </pc:sldChg>
      <pc:sldChg chg="modSp mod">
        <pc:chgData name="EDA NUR SARUHAN" userId="796a441a-389d-493a-b849-403485121362" providerId="ADAL" clId="{A71DF7CA-E899-4FFC-B287-1FDD74E35F24}" dt="2025-03-14T07:06:29.739" v="51" actId="20577"/>
        <pc:sldMkLst>
          <pc:docMk/>
          <pc:sldMk cId="664534578" sldId="272"/>
        </pc:sldMkLst>
        <pc:spChg chg="mod">
          <ac:chgData name="EDA NUR SARUHAN" userId="796a441a-389d-493a-b849-403485121362" providerId="ADAL" clId="{A71DF7CA-E899-4FFC-B287-1FDD74E35F24}" dt="2025-03-14T07:06:29.739" v="51" actId="20577"/>
          <ac:spMkLst>
            <pc:docMk/>
            <pc:sldMk cId="664534578" sldId="272"/>
            <ac:spMk id="493" creationId="{00000000-0000-0000-0000-000000000000}"/>
          </ac:spMkLst>
        </pc:spChg>
      </pc:sldChg>
      <pc:sldChg chg="del">
        <pc:chgData name="EDA NUR SARUHAN" userId="796a441a-389d-493a-b849-403485121362" providerId="ADAL" clId="{A71DF7CA-E899-4FFC-B287-1FDD74E35F24}" dt="2025-03-14T07:06:31.732" v="52" actId="47"/>
        <pc:sldMkLst>
          <pc:docMk/>
          <pc:sldMk cId="3284491021" sldId="273"/>
        </pc:sldMkLst>
      </pc:sldChg>
      <pc:sldChg chg="new del">
        <pc:chgData name="EDA NUR SARUHAN" userId="796a441a-389d-493a-b849-403485121362" providerId="ADAL" clId="{A71DF7CA-E899-4FFC-B287-1FDD74E35F24}" dt="2025-03-14T07:09:30.825" v="54" actId="47"/>
        <pc:sldMkLst>
          <pc:docMk/>
          <pc:sldMk cId="1671550466" sldId="288"/>
        </pc:sldMkLst>
      </pc:sldChg>
      <pc:sldChg chg="add">
        <pc:chgData name="EDA NUR SARUHAN" userId="796a441a-389d-493a-b849-403485121362" providerId="ADAL" clId="{A71DF7CA-E899-4FFC-B287-1FDD74E35F24}" dt="2025-03-14T07:09:34.222" v="55" actId="2890"/>
        <pc:sldMkLst>
          <pc:docMk/>
          <pc:sldMk cId="2792668569" sldId="288"/>
        </pc:sldMkLst>
      </pc:sldChg>
    </pc:docChg>
  </pc:docChgLst>
  <pc:docChgLst>
    <pc:chgData name="Ipek Beril Benli" userId="S::ipek.beril.benli@undp.org::8f9c5f4b-b22c-49ff-bdd5-d07e27607437" providerId="AD" clId="Web-{5968C962-A29A-6388-5E21-A35FFA8A3C35}"/>
    <pc:docChg chg="modSld">
      <pc:chgData name="Ipek Beril Benli" userId="S::ipek.beril.benli@undp.org::8f9c5f4b-b22c-49ff-bdd5-d07e27607437" providerId="AD" clId="Web-{5968C962-A29A-6388-5E21-A35FFA8A3C35}" dt="2024-04-08T06:50:15.233" v="3"/>
      <pc:docMkLst>
        <pc:docMk/>
      </pc:docMkLst>
      <pc:sldChg chg="mod modShow">
        <pc:chgData name="Ipek Beril Benli" userId="S::ipek.beril.benli@undp.org::8f9c5f4b-b22c-49ff-bdd5-d07e27607437" providerId="AD" clId="Web-{5968C962-A29A-6388-5E21-A35FFA8A3C35}" dt="2024-04-08T06:50:15.233" v="3"/>
        <pc:sldMkLst>
          <pc:docMk/>
          <pc:sldMk cId="2049148930" sldId="276"/>
        </pc:sldMkLst>
      </pc:sldChg>
      <pc:sldChg chg="modSp">
        <pc:chgData name="Ipek Beril Benli" userId="S::ipek.beril.benli@undp.org::8f9c5f4b-b22c-49ff-bdd5-d07e27607437" providerId="AD" clId="Web-{5968C962-A29A-6388-5E21-A35FFA8A3C35}" dt="2024-04-08T06:49:43.092" v="2" actId="20577"/>
        <pc:sldMkLst>
          <pc:docMk/>
          <pc:sldMk cId="3289475291" sldId="277"/>
        </pc:sldMkLst>
      </pc:sldChg>
    </pc:docChg>
  </pc:docChgLst>
  <pc:docChgLst>
    <pc:chgData name="Ipek Beril Benli" userId="S::ipek.beril.benli@undp.org::8f9c5f4b-b22c-49ff-bdd5-d07e27607437" providerId="AD" clId="Web-{5101508F-0DAE-05F4-18B8-3033C3A7817F}"/>
    <pc:docChg chg="delSld">
      <pc:chgData name="Ipek Beril Benli" userId="S::ipek.beril.benli@undp.org::8f9c5f4b-b22c-49ff-bdd5-d07e27607437" providerId="AD" clId="Web-{5101508F-0DAE-05F4-18B8-3033C3A7817F}" dt="2024-03-19T09:16:41.707" v="0"/>
      <pc:docMkLst>
        <pc:docMk/>
      </pc:docMkLst>
      <pc:sldChg chg="del">
        <pc:chgData name="Ipek Beril Benli" userId="S::ipek.beril.benli@undp.org::8f9c5f4b-b22c-49ff-bdd5-d07e27607437" providerId="AD" clId="Web-{5101508F-0DAE-05F4-18B8-3033C3A7817F}" dt="2024-03-19T09:16:41.707" v="0"/>
        <pc:sldMkLst>
          <pc:docMk/>
          <pc:sldMk cId="2496000186" sldId="278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-1282816-433664 8642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-1282816-433664 8642 0 0,'0'0'0'0'0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23613 4482 8642 0 0,'0'0'0'0'0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23613 4482 8642 0 0,'0'0'0'0'0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22457 4506 8642 0 0,'0'0'0'0'0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22541 4514 8642 0 0,'0'0'0'0'0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5:40:34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22541 4514 8642 0 0,'0'0'0'0'0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2-21T17:14:1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8758 4366 1183 0 0,'18'-16'2657'0'0,"-1"-4"-2657"0"0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6" name="Shape 46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832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9769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2278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CBDA-38E7-2292-7BB7-9FD50D68C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>
            <a:extLst>
              <a:ext uri="{FF2B5EF4-FFF2-40B4-BE49-F238E27FC236}">
                <a16:creationId xmlns:a16="http://schemas.microsoft.com/office/drawing/2014/main" id="{CFC092C4-2400-849C-7B2E-21F64F679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>
            <a:extLst>
              <a:ext uri="{FF2B5EF4-FFF2-40B4-BE49-F238E27FC236}">
                <a16:creationId xmlns:a16="http://schemas.microsoft.com/office/drawing/2014/main" id="{A453172D-45F7-A0CC-0383-9652C4D6070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69609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5F32-E3D2-66E5-EAE4-6DEC27C3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>
            <a:extLst>
              <a:ext uri="{FF2B5EF4-FFF2-40B4-BE49-F238E27FC236}">
                <a16:creationId xmlns:a16="http://schemas.microsoft.com/office/drawing/2014/main" id="{D4E67264-FCFF-BD8C-5F5D-31E396806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>
            <a:extLst>
              <a:ext uri="{FF2B5EF4-FFF2-40B4-BE49-F238E27FC236}">
                <a16:creationId xmlns:a16="http://schemas.microsoft.com/office/drawing/2014/main" id="{50C3A19E-57D6-9917-9DB3-2F08E0495EED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40340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3F305-243B-D88A-6BC9-86250F70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>
            <a:extLst>
              <a:ext uri="{FF2B5EF4-FFF2-40B4-BE49-F238E27FC236}">
                <a16:creationId xmlns:a16="http://schemas.microsoft.com/office/drawing/2014/main" id="{C63901B0-CE3B-0012-6CFF-7D37D738D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>
            <a:extLst>
              <a:ext uri="{FF2B5EF4-FFF2-40B4-BE49-F238E27FC236}">
                <a16:creationId xmlns:a16="http://schemas.microsoft.com/office/drawing/2014/main" id="{090F9FDD-3F5E-D0E7-9875-74B46AB9E7F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7942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23EC-1E82-3BAD-7C3D-281A48B3A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>
            <a:extLst>
              <a:ext uri="{FF2B5EF4-FFF2-40B4-BE49-F238E27FC236}">
                <a16:creationId xmlns:a16="http://schemas.microsoft.com/office/drawing/2014/main" id="{536A8FE1-7887-15C1-0CD7-66C265BFC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>
            <a:extLst>
              <a:ext uri="{FF2B5EF4-FFF2-40B4-BE49-F238E27FC236}">
                <a16:creationId xmlns:a16="http://schemas.microsoft.com/office/drawing/2014/main" id="{0EF755D1-5AF1-99C7-68EE-CB4C1ACDA9A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32129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83632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64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66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6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9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7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7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81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0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1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16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3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Title Text"/>
          <p:cNvSpPr txBox="1">
            <a:spLocks noGrp="1"/>
          </p:cNvSpPr>
          <p:nvPr>
            <p:ph type="title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4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6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 Text"/>
          <p:cNvSpPr txBox="1">
            <a:spLocks noGrp="1"/>
          </p:cNvSpPr>
          <p:nvPr>
            <p:ph type="title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8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9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Title Text"/>
          <p:cNvSpPr txBox="1">
            <a:spLocks noGrp="1"/>
          </p:cNvSpPr>
          <p:nvPr>
            <p:ph type="title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3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1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206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26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2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3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4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4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5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wo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6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6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6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Title Text"/>
          <p:cNvSpPr txBox="1">
            <a:spLocks noGrp="1"/>
          </p:cNvSpPr>
          <p:nvPr>
            <p:ph type="title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6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7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7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280" name="Title Text"/>
          <p:cNvSpPr txBox="1">
            <a:spLocks noGrp="1"/>
          </p:cNvSpPr>
          <p:nvPr>
            <p:ph type="title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9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29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Title Text"/>
          <p:cNvSpPr txBox="1">
            <a:spLocks noGrp="1"/>
          </p:cNvSpPr>
          <p:nvPr>
            <p:ph type="title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15" name="Title Text"/>
          <p:cNvSpPr txBox="1">
            <a:spLocks noGrp="1"/>
          </p:cNvSpPr>
          <p:nvPr>
            <p:ph type="title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1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33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7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48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9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50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5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60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6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6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4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5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7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FEFFFE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FEFFFE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FEFFFE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FEFFFE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FEFFFE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Text"/>
          <p:cNvSpPr txBox="1">
            <a:spLocks noGrp="1"/>
          </p:cNvSpPr>
          <p:nvPr>
            <p:ph type="title"/>
          </p:nvPr>
        </p:nvSpPr>
        <p:spPr>
          <a:xfrm>
            <a:off x="1039653" y="1153987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39653" y="2087361"/>
            <a:ext cx="4919546" cy="408960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4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95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6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397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39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39652" y="1987368"/>
            <a:ext cx="4957923" cy="59710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987367"/>
            <a:ext cx="4980148" cy="6010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400" name="Title Text"/>
          <p:cNvSpPr txBox="1">
            <a:spLocks noGrp="1"/>
          </p:cNvSpPr>
          <p:nvPr>
            <p:ph type="title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409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0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11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412" name="Title Text"/>
          <p:cNvSpPr txBox="1">
            <a:spLocks noGrp="1"/>
          </p:cNvSpPr>
          <p:nvPr>
            <p:ph type="title"/>
          </p:nvPr>
        </p:nvSpPr>
        <p:spPr>
          <a:xfrm>
            <a:off x="1039653" y="1053628"/>
            <a:ext cx="10112696" cy="92125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1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2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4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432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3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34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435" name="Title Text"/>
          <p:cNvSpPr txBox="1">
            <a:spLocks noGrp="1"/>
          </p:cNvSpPr>
          <p:nvPr>
            <p:ph type="title"/>
          </p:nvPr>
        </p:nvSpPr>
        <p:spPr>
          <a:xfrm>
            <a:off x="839787" y="702526"/>
            <a:ext cx="3932239" cy="1354874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36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5316" y="1304693"/>
            <a:ext cx="6170072" cy="455635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37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4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-360"/>
            <a:ext cx="771056" cy="1172346"/>
          </a:xfrm>
          <a:prstGeom prst="rect">
            <a:avLst/>
          </a:prstGeom>
          <a:ln w="12700">
            <a:miter lim="400000"/>
          </a:ln>
        </p:spPr>
      </p:pic>
      <p:pic>
        <p:nvPicPr>
          <p:cNvPr id="446" name="Picture 7" descr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0438" y="318824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4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163" y="219583"/>
            <a:ext cx="771056" cy="7710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48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426" y="256850"/>
            <a:ext cx="959441" cy="733788"/>
          </a:xfrm>
          <a:prstGeom prst="rect">
            <a:avLst/>
          </a:prstGeom>
          <a:ln w="12700">
            <a:miter lim="400000"/>
          </a:ln>
        </p:spPr>
      </p:pic>
      <p:sp>
        <p:nvSpPr>
          <p:cNvPr id="449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5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ue background">
    <p:bg>
      <p:bgPr>
        <a:solidFill>
          <a:srgbClr val="2B25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69247" y="6400151"/>
            <a:ext cx="273610" cy="27752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478B4-4C54-AF5B-2929-7967B5D7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653" y="1153987"/>
            <a:ext cx="10112695" cy="92125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1BF71-B4F8-FDC2-D3CE-E4B9824A5A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653" y="2087362"/>
            <a:ext cx="4919546" cy="40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2507F9-B1BA-85ED-15EE-A276F4A788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2802" y="2087362"/>
            <a:ext cx="4919546" cy="4089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B9351-FBE6-F588-FD07-6D67A654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315B8-57CD-1150-8FD7-9FACD217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E19A3-55D2-9FA5-AA5A-7331BF601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44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>
            <a:spLocks noGrp="1"/>
          </p:cNvSpPr>
          <p:nvPr>
            <p:ph type="body" idx="1"/>
          </p:nvPr>
        </p:nvSpPr>
        <p:spPr>
          <a:xfrm>
            <a:off x="1049144" y="2007218"/>
            <a:ext cx="10093712" cy="41697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039653" y="1064778"/>
            <a:ext cx="10112696" cy="921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0884232" y="6414758"/>
            <a:ext cx="258625" cy="24830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FFC837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FFFFFF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0" Type="http://schemas.openxmlformats.org/officeDocument/2006/relationships/customXml" Target="../ink/ink2.xml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0" Type="http://schemas.openxmlformats.org/officeDocument/2006/relationships/customXml" Target="../ink/ink4.xml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9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customXml" Target="../ink/ink8.xml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customXml" Target="../ink/ink10.xml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0" Type="http://schemas.openxmlformats.org/officeDocument/2006/relationships/customXml" Target="../ink/ink12.xml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.xml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0" Type="http://schemas.openxmlformats.org/officeDocument/2006/relationships/customXml" Target="../ink/ink14.xml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erson sitting at a desk using a computer&#10;&#10;Description automatically generated">
            <a:extLst>
              <a:ext uri="{FF2B5EF4-FFF2-40B4-BE49-F238E27FC236}">
                <a16:creationId xmlns:a16="http://schemas.microsoft.com/office/drawing/2014/main" id="{6E8DDA74-8630-43BB-E564-7470D2C1DF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" t="125" r="5881" b="35700"/>
          <a:stretch/>
        </p:blipFill>
        <p:spPr>
          <a:xfrm>
            <a:off x="-2985" y="1339747"/>
            <a:ext cx="12225969" cy="5533684"/>
          </a:xfrm>
          <a:prstGeom prst="rect">
            <a:avLst/>
          </a:prstGeom>
        </p:spPr>
      </p:pic>
      <p:sp>
        <p:nvSpPr>
          <p:cNvPr id="468" name="Rectangle"/>
          <p:cNvSpPr/>
          <p:nvPr/>
        </p:nvSpPr>
        <p:spPr>
          <a:xfrm>
            <a:off x="-11767" y="1339747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7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8"/>
          <a:srcRect l="1000" r="13538" b="33964"/>
          <a:stretch/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Rectangle">
            <a:extLst>
              <a:ext uri="{FF2B5EF4-FFF2-40B4-BE49-F238E27FC236}">
                <a16:creationId xmlns:a16="http://schemas.microsoft.com/office/drawing/2014/main" id="{119D6634-8C52-56C8-C196-BBFF1A999BF3}"/>
              </a:ext>
            </a:extLst>
          </p:cNvPr>
          <p:cNvSpPr/>
          <p:nvPr/>
        </p:nvSpPr>
        <p:spPr>
          <a:xfrm rot="21420000">
            <a:off x="7960507" y="3797677"/>
            <a:ext cx="2705697" cy="612972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76" name="A new generation…"/>
          <p:cNvSpPr txBox="1"/>
          <p:nvPr/>
        </p:nvSpPr>
        <p:spPr>
          <a:xfrm>
            <a:off x="6093185" y="3184368"/>
            <a:ext cx="4337083" cy="1231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b="1" dirty="0">
                <a:latin typeface="Microsoft YaHei"/>
              </a:rPr>
              <a:t>A new generation</a:t>
            </a:r>
            <a:endParaRPr lang="en-US" b="1" dirty="0">
              <a:latin typeface="Microsoft YaHei"/>
            </a:endParaRPr>
          </a:p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b="1" dirty="0">
                <a:latin typeface="Microsoft YaHei"/>
              </a:rPr>
              <a:t>of tech specialists</a:t>
            </a:r>
          </a:p>
        </p:txBody>
      </p:sp>
      <p:sp>
        <p:nvSpPr>
          <p:cNvPr id="3" name="A new generation…">
            <a:extLst>
              <a:ext uri="{FF2B5EF4-FFF2-40B4-BE49-F238E27FC236}">
                <a16:creationId xmlns:a16="http://schemas.microsoft.com/office/drawing/2014/main" id="{1FAF37B5-824E-C866-C884-30F616931770}"/>
              </a:ext>
            </a:extLst>
          </p:cNvPr>
          <p:cNvSpPr txBox="1"/>
          <p:nvPr/>
        </p:nvSpPr>
        <p:spPr>
          <a:xfrm>
            <a:off x="6485219" y="5015511"/>
            <a:ext cx="3606113" cy="6617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tIns="45720" rIns="45719" bIns="45720" anchor="t">
            <a:spAutoFit/>
          </a:bodyPr>
          <a:lstStyle/>
          <a:p>
            <a:pPr algn="ctr"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tr-TR" b="1" dirty="0" err="1">
                <a:solidFill>
                  <a:schemeClr val="bg1"/>
                </a:solidFill>
                <a:latin typeface="Microsoft YaHei"/>
              </a:rPr>
              <a:t>Group</a:t>
            </a:r>
            <a:r>
              <a:rPr lang="tr-TR" b="1" dirty="0">
                <a:solidFill>
                  <a:schemeClr val="bg1"/>
                </a:solidFill>
                <a:latin typeface="Microsoft YaHei"/>
              </a:rPr>
              <a:t> </a:t>
            </a:r>
            <a:r>
              <a:rPr lang="tr-TR" b="1" dirty="0" err="1">
                <a:solidFill>
                  <a:schemeClr val="bg1"/>
                </a:solidFill>
                <a:latin typeface="Microsoft YaHei"/>
              </a:rPr>
              <a:t>number</a:t>
            </a:r>
            <a:endParaRPr b="1" dirty="0">
              <a:solidFill>
                <a:schemeClr val="bg1"/>
              </a:solidFill>
              <a:latin typeface="Microsoft YaHei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"/>
          <p:cNvSpPr/>
          <p:nvPr/>
        </p:nvSpPr>
        <p:spPr>
          <a:xfrm>
            <a:off x="-5486292" y="1322899"/>
            <a:ext cx="12203767" cy="5535101"/>
          </a:xfrm>
          <a:prstGeom prst="rect">
            <a:avLst/>
          </a:prstGeom>
          <a:solidFill>
            <a:srgbClr val="4617DE"/>
          </a:solidFill>
          <a:ln w="12700">
            <a:solidFill>
              <a:srgbClr val="4617DE"/>
            </a:solidFill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469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0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471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2" name="pasted-movie.png" descr="pasted-movie.png"/>
          <p:cNvPicPr>
            <a:picLocks noChangeAspect="1"/>
          </p:cNvPicPr>
          <p:nvPr/>
        </p:nvPicPr>
        <p:blipFill>
          <a:blip r:embed="rId5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74" name="Image" descr="Image"/>
          <p:cNvPicPr>
            <a:picLocks noChangeAspect="1"/>
          </p:cNvPicPr>
          <p:nvPr/>
        </p:nvPicPr>
        <p:blipFill rotWithShape="1">
          <a:blip r:embed="rId6"/>
          <a:srcRect l="1000" r="13538" b="33964"/>
          <a:stretch/>
        </p:blipFill>
        <p:spPr>
          <a:xfrm>
            <a:off x="10008652" y="5282070"/>
            <a:ext cx="2250548" cy="1597284"/>
          </a:xfrm>
          <a:prstGeom prst="rect">
            <a:avLst/>
          </a:prstGeom>
          <a:ln w="12700">
            <a:miter lim="400000"/>
          </a:ln>
        </p:spPr>
      </p:pic>
      <p:pic>
        <p:nvPicPr>
          <p:cNvPr id="475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497" y="2051146"/>
            <a:ext cx="4240770" cy="4117181"/>
          </a:xfrm>
          <a:prstGeom prst="rect">
            <a:avLst/>
          </a:prstGeom>
          <a:ln w="12700">
            <a:miter lim="400000"/>
          </a:ln>
        </p:spPr>
      </p:pic>
      <p:sp>
        <p:nvSpPr>
          <p:cNvPr id="476" name="A new generation…"/>
          <p:cNvSpPr txBox="1"/>
          <p:nvPr/>
        </p:nvSpPr>
        <p:spPr>
          <a:xfrm>
            <a:off x="7128101" y="1509860"/>
            <a:ext cx="4871979" cy="4093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tIns="45720" rIns="45719" bIns="45720" anchor="t">
            <a:spAutoFit/>
          </a:bodyPr>
          <a:lstStyle/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Syria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WheatWatch</a:t>
            </a: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: Drought Impact on Cereal Production </a:t>
            </a: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Team </a:t>
            </a: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4</a:t>
            </a:r>
            <a:r>
              <a:rPr lang="tr-TR" sz="2000" b="1" dirty="0" smtClean="0">
                <a:solidFill>
                  <a:schemeClr val="bg1"/>
                </a:solidFill>
                <a:latin typeface="Microsoft YaHei"/>
              </a:rPr>
              <a:t> </a:t>
            </a: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endParaRPr lang="en-US" sz="2000" b="1" dirty="0" smtClean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Team Members</a:t>
            </a: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:</a:t>
            </a: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- Haya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Sukkar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-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Nimra</a:t>
            </a: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Afzaal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-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sular</a:t>
            </a:r>
            <a:r>
              <a:rPr lang="en-US" sz="2000" b="1" dirty="0">
                <a:solidFill>
                  <a:schemeClr val="bg1"/>
                </a:solidFill>
                <a:latin typeface="Microsoft YaHei"/>
              </a:rPr>
              <a:t> </a:t>
            </a:r>
            <a:r>
              <a:rPr lang="en-US" sz="2000" b="1" dirty="0" err="1" smtClean="0">
                <a:solidFill>
                  <a:schemeClr val="bg1"/>
                </a:solidFill>
                <a:latin typeface="Microsoft YaHei"/>
              </a:rPr>
              <a:t>Albalkhi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- </a:t>
            </a:r>
            <a:r>
              <a:rPr lang="en-US" sz="2000" b="1" dirty="0" err="1" smtClean="0">
                <a:solidFill>
                  <a:schemeClr val="bg1"/>
                </a:solidFill>
                <a:latin typeface="Microsoft YaHei"/>
              </a:rPr>
              <a:t>Abdulrahman</a:t>
            </a: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Microsoft YaHei"/>
              </a:rPr>
              <a:t>Abdulkader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- Ahmad </a:t>
            </a:r>
            <a:r>
              <a:rPr lang="en-US" sz="2000" b="1" dirty="0" err="1" smtClean="0">
                <a:solidFill>
                  <a:schemeClr val="bg1"/>
                </a:solidFill>
                <a:latin typeface="Microsoft YaHei"/>
              </a:rPr>
              <a:t>Deeb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  <a:p>
            <a:pPr defTabSz="457200">
              <a:defRPr sz="3700">
                <a:solidFill>
                  <a:srgbClr val="FFFFFF"/>
                </a:solidFill>
                <a:latin typeface="Myriad Pro Semibold"/>
                <a:ea typeface="Myriad Pro Semibold"/>
                <a:cs typeface="Myriad Pro Semibold"/>
                <a:sym typeface="Myriad Pro Semibold"/>
              </a:defRPr>
            </a:pP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- </a:t>
            </a:r>
            <a:r>
              <a:rPr lang="en-US" sz="2000" b="1" dirty="0" err="1" smtClean="0">
                <a:solidFill>
                  <a:schemeClr val="bg1"/>
                </a:solidFill>
                <a:latin typeface="Microsoft YaHei"/>
              </a:rPr>
              <a:t>aous</a:t>
            </a:r>
            <a:r>
              <a:rPr lang="en-US" sz="2000" b="1" dirty="0" smtClean="0">
                <a:solidFill>
                  <a:schemeClr val="bg1"/>
                </a:solidFill>
                <a:latin typeface="Microsoft YaHei"/>
              </a:rPr>
              <a:t> </a:t>
            </a:r>
            <a:r>
              <a:rPr lang="en-US" sz="2000" b="1" dirty="0" err="1" smtClean="0">
                <a:solidFill>
                  <a:schemeClr val="bg1"/>
                </a:solidFill>
                <a:latin typeface="Microsoft YaHei"/>
              </a:rPr>
              <a:t>azzam</a:t>
            </a:r>
            <a:endParaRPr lang="en-US" sz="2000" b="1" dirty="0">
              <a:solidFill>
                <a:schemeClr val="bg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6829351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11202803" cy="3173252"/>
          </a:xfrm>
          <a:prstGeom prst="rect">
            <a:avLst/>
          </a:prstGeom>
        </p:spPr>
        <p:txBody>
          <a:bodyPr lIns="45719" tIns="45720" rIns="45719" bIns="45720" anchor="ctr">
            <a:no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sym typeface="Merriweather Sans Light"/>
              </a:rPr>
              <a:t>Project Overview: Syria </a:t>
            </a:r>
            <a:r>
              <a:rPr lang="en-US" sz="1600" dirty="0" err="1">
                <a:sym typeface="Merriweather Sans Light"/>
              </a:rPr>
              <a:t>WheatWatch</a:t>
            </a:r>
            <a:r>
              <a:rPr lang="en-US" sz="1600" dirty="0">
                <a:sym typeface="Merriweather Sans Light"/>
              </a:rPr>
              <a:t> is a reproducible Python analysis and early-warning tool that combines NASA POWER, HDX, and FAOSTAT data to quantify how rainfall and solar variability affected Syrian wheat production from 1991 to 2025, delivered as a notebook, a </a:t>
            </a:r>
            <a:r>
              <a:rPr lang="en-US" sz="1600" dirty="0" err="1">
                <a:sym typeface="Merriweather Sans Light"/>
              </a:rPr>
              <a:t>FastAPI</a:t>
            </a:r>
            <a:r>
              <a:rPr lang="en-US" sz="1600" dirty="0">
                <a:sym typeface="Merriweather Sans Light"/>
              </a:rPr>
              <a:t> web service, and a Power BI dashboard.</a:t>
            </a: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600" dirty="0">
              <a:sym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sym typeface="Merriweather Sans Light"/>
              </a:rPr>
              <a:t>Importance: Syria's 2024–2025 drought cut rainfall by over 50%, collapsing wheat production to 900,000 </a:t>
            </a:r>
            <a:r>
              <a:rPr lang="en-US" sz="1600" dirty="0" err="1">
                <a:sym typeface="Merriweather Sans Light"/>
              </a:rPr>
              <a:t>tonnes</a:t>
            </a:r>
            <a:r>
              <a:rPr lang="en-US" sz="1600" dirty="0">
                <a:sym typeface="Merriweather Sans Light"/>
              </a:rPr>
              <a:t> and leaving a 3 million </a:t>
            </a:r>
            <a:r>
              <a:rPr lang="en-US" sz="1600" dirty="0" err="1">
                <a:sym typeface="Merriweather Sans Light"/>
              </a:rPr>
              <a:t>tonne</a:t>
            </a:r>
            <a:r>
              <a:rPr lang="en-US" sz="1600" dirty="0">
                <a:sym typeface="Merriweather Sans Light"/>
              </a:rPr>
              <a:t> deficit that pushed millions into food insecurity — proving that climate-driven crop failures are a present emergency, not a future risk.</a:t>
            </a: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600" dirty="0">
              <a:sym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sym typeface="Merriweather Sans Light"/>
              </a:rPr>
              <a:t>Objectives: Build a reproducible data pipeline, quantify rainfall–yield relationships, distinguish climate-driven yield losses from non-climate area changes, train a predictive model, deploy a public API and dashboard, and propose an early-warning framework for agricultural planners.</a:t>
            </a:r>
            <a:endParaRPr lang="en-US" sz="1800" dirty="0">
              <a:latin typeface="Microsoft YaHei Light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Background &amp; </a:t>
            </a: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Objective</a:t>
            </a:r>
            <a:endParaRPr lang="tr-TR" sz="3350" b="1" dirty="0">
              <a:solidFill>
                <a:schemeClr val="bg1"/>
              </a:solidFill>
              <a:latin typeface="Microsoft YaHei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527B033D-58DE-C2AD-9182-2E91C4668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87CC85C-9605-11A6-85A7-8A7034F84D95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73CA5DA9-18E2-6441-B52B-1779AAE59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2432F4F4-2404-927D-ADE3-04176DA312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A19410C1-D3A7-317B-D39E-DA1841D4D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729A8509-CD14-D22C-8BCC-350A11E99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6463E1D9-6206-CBC0-0B9A-EEBAB7E390DF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0321123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sym typeface="Merriweather Sans Light"/>
              </a:rPr>
              <a:t>Syria </a:t>
            </a:r>
            <a:r>
              <a:rPr lang="en-US" sz="1600" dirty="0" err="1">
                <a:sym typeface="Merriweather Sans Light"/>
              </a:rPr>
              <a:t>WheatWatch</a:t>
            </a:r>
            <a:r>
              <a:rPr lang="en-US" sz="1600" dirty="0">
                <a:sym typeface="Merriweather Sans Light"/>
              </a:rPr>
              <a:t> directly supports </a:t>
            </a:r>
            <a:r>
              <a:rPr lang="en-US" sz="1600" b="1" dirty="0">
                <a:sym typeface="Merriweather Sans Light"/>
              </a:rPr>
              <a:t>SDG 2 (Zero Hunger)</a:t>
            </a:r>
            <a:r>
              <a:rPr lang="en-US" sz="1600" dirty="0">
                <a:sym typeface="Merriweather Sans Light"/>
              </a:rPr>
              <a:t> by quantifying how climate-driven rainfall deficits undermine wheat production and food security in Syria, </a:t>
            </a:r>
            <a:r>
              <a:rPr lang="en-US" sz="1600" b="1" dirty="0">
                <a:sym typeface="Merriweather Sans Light"/>
              </a:rPr>
              <a:t>SDG 13 (Climate Action)</a:t>
            </a:r>
            <a:r>
              <a:rPr lang="en-US" sz="1600" dirty="0">
                <a:sym typeface="Merriweather Sans Light"/>
              </a:rPr>
              <a:t> by translating open climate data into a usable early-warning tool for drought response, and </a:t>
            </a:r>
            <a:r>
              <a:rPr lang="en-US" sz="1600" b="1" dirty="0">
                <a:sym typeface="Merriweather Sans Light"/>
              </a:rPr>
              <a:t>SDG 6 (Clean Water and Sanitation)</a:t>
            </a:r>
            <a:r>
              <a:rPr lang="en-US" sz="1600" dirty="0">
                <a:sym typeface="Merriweather Sans Light"/>
              </a:rPr>
              <a:t> by highlighting the critical role of rainfall variability in agricultural water availability — while indirectly contributing to </a:t>
            </a:r>
            <a:r>
              <a:rPr lang="en-US" sz="1600" b="1" dirty="0">
                <a:sym typeface="Merriweather Sans Light"/>
              </a:rPr>
              <a:t>SDG 15 (Life on Land)</a:t>
            </a:r>
            <a:r>
              <a:rPr lang="en-US" sz="1600" dirty="0">
                <a:sym typeface="Merriweather Sans Light"/>
              </a:rPr>
              <a:t> through its focus on sustainable land use and crop resilience. By turning publicly available NASA, HDX, and FAOSTAT data into a predictive API and interactive dashboard, the project demonstrates how open data and Python-based analysis can support evidence-driven decisions that protect vulnerable populations from climate shocks.</a:t>
            </a:r>
            <a:endParaRPr sz="1800" dirty="0">
              <a:latin typeface="Microsoft YaHei Light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SDG </a:t>
            </a: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Relation</a:t>
            </a:r>
            <a:endParaRPr lang="tr-TR" sz="3350" b="1" dirty="0">
              <a:solidFill>
                <a:schemeClr val="bg1"/>
              </a:solidFill>
              <a:latin typeface="Microsoft YaHei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527B033D-58DE-C2AD-9182-2E91C4668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87CC85C-9605-11A6-85A7-8A7034F84D95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73CA5DA9-18E2-6441-B52B-1779AAE59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2432F4F4-2404-927D-ADE3-04176DA312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A19410C1-D3A7-317B-D39E-DA1841D4D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729A8509-CD14-D22C-8BCC-350A11E99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6463E1D9-6206-CBC0-0B9A-EEBAB7E390DF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937931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589D-BFA9-DC28-CD21-0A80D451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>
            <a:extLst>
              <a:ext uri="{FF2B5EF4-FFF2-40B4-BE49-F238E27FC236}">
                <a16:creationId xmlns:a16="http://schemas.microsoft.com/office/drawing/2014/main" id="{BF02BB99-8C9F-BCAB-3D9A-560E34AB8B9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916803" cy="3173252"/>
          </a:xfrm>
          <a:prstGeom prst="rect">
            <a:avLst/>
          </a:prstGeom>
        </p:spPr>
        <p:txBody>
          <a:bodyPr lIns="45719" tIns="45720" rIns="45719" bIns="45720" anchor="ctr">
            <a:normAutofit lnSpcReduction="10000"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tr-TR" sz="1600" dirty="0" smtClean="0">
                <a:latin typeface="Microsoft YaHei Light"/>
              </a:rPr>
              <a:t>-</a:t>
            </a:r>
            <a:r>
              <a:rPr lang="en-US" sz="1400" dirty="0">
                <a:sym typeface="Merriweather Sans Light"/>
              </a:rPr>
              <a:t>Syria </a:t>
            </a:r>
            <a:r>
              <a:rPr lang="en-US" sz="1400" dirty="0" err="1">
                <a:sym typeface="Merriweather Sans Light"/>
              </a:rPr>
              <a:t>WheatWatch</a:t>
            </a:r>
            <a:r>
              <a:rPr lang="en-US" sz="1400" dirty="0">
                <a:sym typeface="Merriweather Sans Light"/>
              </a:rPr>
              <a:t> delivers an integrated early-warning solution composed of four connected elements: </a:t>
            </a:r>
            <a:endParaRPr lang="en-US" sz="1400" dirty="0">
              <a:sym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 smtClean="0">
                <a:sym typeface="Merriweather Sans Light"/>
              </a:rPr>
              <a:t> 	</a:t>
            </a:r>
            <a:r>
              <a:rPr lang="en-US" sz="1400" b="1" dirty="0" smtClean="0">
                <a:sym typeface="Merriweather Sans Light"/>
              </a:rPr>
              <a:t>reproducible </a:t>
            </a:r>
            <a:r>
              <a:rPr lang="en-US" sz="1400" b="1" dirty="0">
                <a:sym typeface="Merriweather Sans Light"/>
              </a:rPr>
              <a:t>Python pipeline</a:t>
            </a:r>
            <a:r>
              <a:rPr lang="en-US" sz="1400" dirty="0">
                <a:sym typeface="Merriweather Sans Light"/>
              </a:rPr>
              <a:t> that merges NASA POWER solar, HDX rainfall, and FAOSTAT production data into a clean 1991–2024 panel; </a:t>
            </a:r>
            <a:endParaRPr lang="en-US" sz="1400" dirty="0" smtClean="0">
              <a:sym typeface="Merriweather Sans Light"/>
            </a:endParaRPr>
          </a:p>
          <a:p>
            <a:pPr lvl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 smtClean="0">
                <a:sym typeface="Merriweather Sans Light"/>
              </a:rPr>
              <a:t>Trained </a:t>
            </a:r>
            <a:r>
              <a:rPr lang="en-US" sz="1400" b="1" dirty="0">
                <a:sym typeface="Merriweather Sans Light"/>
              </a:rPr>
              <a:t>linear regression model</a:t>
            </a:r>
            <a:r>
              <a:rPr lang="en-US" sz="1400" dirty="0">
                <a:sym typeface="Merriweather Sans Light"/>
              </a:rPr>
              <a:t> that converts growing-season rainfall and solar irradiance into a predicted wheat yield (R² ≈ 0.35 cross-validated); </a:t>
            </a:r>
            <a:endParaRPr lang="en-US" sz="1400" dirty="0" smtClean="0">
              <a:sym typeface="Merriweather Sans Light"/>
            </a:endParaRPr>
          </a:p>
          <a:p>
            <a:pPr lvl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 smtClean="0">
                <a:sym typeface="Merriweather Sans Light"/>
              </a:rPr>
              <a:t>Public </a:t>
            </a:r>
            <a:r>
              <a:rPr lang="en-US" sz="1400" b="1" dirty="0" err="1">
                <a:sym typeface="Merriweather Sans Light"/>
              </a:rPr>
              <a:t>FastAPI</a:t>
            </a:r>
            <a:r>
              <a:rPr lang="en-US" sz="1400" b="1" dirty="0">
                <a:sym typeface="Merriweather Sans Light"/>
              </a:rPr>
              <a:t> web service</a:t>
            </a:r>
            <a:r>
              <a:rPr lang="en-US" sz="1400" dirty="0">
                <a:sym typeface="Merriweather Sans Light"/>
              </a:rPr>
              <a:t> with both a browser form and a JSON API endpoint, deployed online for anyone to test climate scenarios </a:t>
            </a:r>
            <a:r>
              <a:rPr lang="en-US" sz="1400" dirty="0" smtClean="0">
                <a:sym typeface="Merriweather Sans Light"/>
              </a:rPr>
              <a:t>interactively;</a:t>
            </a:r>
          </a:p>
          <a:p>
            <a:pPr lvl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 smtClean="0">
                <a:sym typeface="Merriweather Sans Light"/>
              </a:rPr>
              <a:t>interactive </a:t>
            </a:r>
            <a:r>
              <a:rPr lang="en-US" sz="1400" b="1" dirty="0">
                <a:sym typeface="Merriweather Sans Light"/>
              </a:rPr>
              <a:t>Power BI dashboard</a:t>
            </a:r>
            <a:r>
              <a:rPr lang="en-US" sz="1400" dirty="0">
                <a:sym typeface="Merriweather Sans Light"/>
              </a:rPr>
              <a:t> providing historical context through drought-severity </a:t>
            </a:r>
            <a:r>
              <a:rPr lang="en-US" sz="1400" dirty="0" err="1">
                <a:sym typeface="Merriweather Sans Light"/>
              </a:rPr>
              <a:t>heatmaps</a:t>
            </a:r>
            <a:r>
              <a:rPr lang="en-US" sz="1400" dirty="0">
                <a:sym typeface="Merriweather Sans Light"/>
              </a:rPr>
              <a:t>, rainfall–yield scatter plots, and year filters. </a:t>
            </a:r>
            <a:endParaRPr lang="en-US" sz="1400" dirty="0">
              <a:sym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 smtClean="0">
                <a:sym typeface="Merriweather Sans Light"/>
              </a:rPr>
              <a:t>Together</a:t>
            </a:r>
            <a:r>
              <a:rPr lang="en-US" sz="1400" dirty="0">
                <a:sym typeface="Merriweather Sans Light"/>
              </a:rPr>
              <a:t>, these elements transform open climate data into an actionable tool that agricultural planners and humanitarian coordinators can use to anticipate drought-driven crop shortfalls </a:t>
            </a:r>
            <a:r>
              <a:rPr lang="en-US" sz="1400" b="1" dirty="0">
                <a:sym typeface="Merriweather Sans Light"/>
              </a:rPr>
              <a:t>3–4 months before harvest</a:t>
            </a:r>
            <a:r>
              <a:rPr lang="en-US" sz="1400" dirty="0">
                <a:sym typeface="Merriweather Sans Light"/>
              </a:rPr>
              <a:t>, giving decision-makers a critical window to preposition food aid, adjust imports, and advise farmers.</a:t>
            </a:r>
            <a:endParaRPr sz="1600" dirty="0">
              <a:latin typeface="Microsoft YaHei Light"/>
            </a:endParaRPr>
          </a:p>
        </p:txBody>
      </p:sp>
      <p:sp>
        <p:nvSpPr>
          <p:cNvPr id="492" name="Rectangle">
            <a:extLst>
              <a:ext uri="{FF2B5EF4-FFF2-40B4-BE49-F238E27FC236}">
                <a16:creationId xmlns:a16="http://schemas.microsoft.com/office/drawing/2014/main" id="{F5D7A6E6-BA73-BF88-C971-6054B1B36E49}"/>
              </a:ext>
            </a:extLst>
          </p:cNvPr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>
            <a:extLst>
              <a:ext uri="{FF2B5EF4-FFF2-40B4-BE49-F238E27FC236}">
                <a16:creationId xmlns:a16="http://schemas.microsoft.com/office/drawing/2014/main" id="{33F6C684-034E-6FED-A300-0383AD64D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Solution / Project Element</a:t>
            </a: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2BFFAFE6-8025-D397-1820-4D7451391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5E61ACF-C96E-1DE8-51BB-CABD8DF84831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F3292B94-A82A-3AF0-8B48-6546AD994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EE429222-7844-BC93-D318-B1B60E378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F34616AC-880F-7D82-B112-F6EDF3C1F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76958FC0-8788-9126-81D1-5EE445AD023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93A2056-E894-3947-FCD8-25E48DB5871F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93A2056-E894-3947-FCD8-25E48DB5871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F5FD8623-9E2A-B037-7502-678A5C256722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DEC28B5-D212-96FE-5214-5DBF441FF498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DEC28B5-D212-96FE-5214-5DBF441FF49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266856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ED444-50E5-9338-DEE6-CDE0E34EF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>
            <a:extLst>
              <a:ext uri="{FF2B5EF4-FFF2-40B4-BE49-F238E27FC236}">
                <a16:creationId xmlns:a16="http://schemas.microsoft.com/office/drawing/2014/main" id="{DF07D337-A45F-1133-A780-DE05A356CC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40855" y="2951018"/>
            <a:ext cx="4649602" cy="3173252"/>
          </a:xfrm>
          <a:prstGeom prst="rect">
            <a:avLst/>
          </a:prstGeom>
        </p:spPr>
        <p:txBody>
          <a:bodyPr lIns="45719" tIns="45720" rIns="45719" bIns="45720" anchor="ctr">
            <a:no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tr-TR" sz="1400" b="1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-</a:t>
            </a:r>
            <a:r>
              <a:rPr lang="en-US" sz="1400" b="1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Day 1 — Problem Definition &amp; Data (28–29 Sep):</a:t>
            </a:r>
          </a:p>
          <a:p>
            <a:pPr lvl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Selected topic (Agriculture &amp; Food Systems), framed the research question, identified datasets (NASA POWER, HDX, FAOSTAT), submitted the Problem Statement by the 29 Sep 21:00 deadline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Day 2 — Python Development (30 Sep):</a:t>
            </a:r>
          </a:p>
          <a:p>
            <a:pPr lvl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Built the data pipeline — NASA POWER solar fetch with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MJ→kWh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correction, HDX rainfall aggregation to growing seasons, FAOSTAT production pivot, and inner-merge on year into a 34-year panel. Ran initial correlation analysis and exploratory visualizations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</p:txBody>
      </p:sp>
      <p:sp>
        <p:nvSpPr>
          <p:cNvPr id="492" name="Rectangle">
            <a:extLst>
              <a:ext uri="{FF2B5EF4-FFF2-40B4-BE49-F238E27FC236}">
                <a16:creationId xmlns:a16="http://schemas.microsoft.com/office/drawing/2014/main" id="{A0D461FF-1DE2-CEC4-29BA-2CD1411DBCED}"/>
              </a:ext>
            </a:extLst>
          </p:cNvPr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>
            <a:extLst>
              <a:ext uri="{FF2B5EF4-FFF2-40B4-BE49-F238E27FC236}">
                <a16:creationId xmlns:a16="http://schemas.microsoft.com/office/drawing/2014/main" id="{88C61DCD-7BA0-7AAE-DC7C-FDABF2A016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RoadMap</a:t>
            </a:r>
            <a:endParaRPr lang="tr-TR" sz="3350" b="1" dirty="0">
              <a:solidFill>
                <a:schemeClr val="bg1"/>
              </a:solidFill>
              <a:latin typeface="Microsoft YaHei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B34757EF-93C8-6161-6313-16E0ABB78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C2474FC-DFEE-9C3B-E07A-8C4B4926380E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C75E2966-C007-BD6A-4414-7D2183874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E729EE49-7476-42BC-2072-ECA81805C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30DE75CB-3F36-425D-BA29-3D2EDA973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81687006-2E5E-C4FE-151A-A3207411F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CC9AC74-96F5-4AB6-F5AE-B18F76328758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CC9AC74-96F5-4AB6-F5AE-B18F7632875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05E120B9-AAB7-7CB2-01CD-F183048AFE41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0440B7E-E17A-1C30-BEEA-C31F533E8A59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0440B7E-E17A-1C30-BEEA-C31F533E8A5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DF07D337-A45F-1133-A780-DE05A356CC57}"/>
              </a:ext>
            </a:extLst>
          </p:cNvPr>
          <p:cNvSpPr txBox="1">
            <a:spLocks/>
          </p:cNvSpPr>
          <p:nvPr/>
        </p:nvSpPr>
        <p:spPr>
          <a:xfrm>
            <a:off x="6105047" y="2994672"/>
            <a:ext cx="5672860" cy="3173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tIns="45720" rIns="45719" bIns="45720" anchor="ctr">
            <a:noAutofit/>
          </a:bodyPr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1234439" marR="0" indent="-320039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21844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3 — Testing &amp; Improvement (1 Oct):</a:t>
            </a:r>
          </a:p>
          <a:p>
            <a:pPr lvl="1"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Trained the linear regression model (R² ≈ 0.35 CV), packaged it with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joblib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, built the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FastAPI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web service and JSON API, deployed to Render, and constructed the Power BI dashboard with KPI cards, time series, and regional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heatmap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.</a:t>
            </a: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b="1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4 — Finalization &amp; Presentation (2 Oct):</a:t>
            </a:r>
          </a:p>
          <a:p>
            <a:pPr lvl="1"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Finalized the notebook, generated all figures, wrote the README and project summary, prepared the 7-slide presentation, and submitted all deliverables before the 17:00 deadline.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6013661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BDF4C-8D59-B587-7601-AB29BA82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>
            <a:extLst>
              <a:ext uri="{FF2B5EF4-FFF2-40B4-BE49-F238E27FC236}">
                <a16:creationId xmlns:a16="http://schemas.microsoft.com/office/drawing/2014/main" id="{E6F20155-B91F-BBA2-D172-17A7D9091FB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461654" y="3769684"/>
            <a:ext cx="5665913" cy="2098893"/>
          </a:xfrm>
          <a:prstGeom prst="rect">
            <a:avLst/>
          </a:prstGeom>
        </p:spPr>
        <p:txBody>
          <a:bodyPr lIns="45719" tIns="45720" rIns="45719" bIns="45720" anchor="ctr">
            <a:no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Day 1 — Problem Definition &amp; Data Selection: Framed the research question on rainfall variability and Syrian wheat production; identified three credible datasets (NASA POWER, HDX, FAOSTAT); submitted the Problem Statement by 29 Sep 21:00.</a:t>
            </a: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Day 2 — Data Pipeline Construction: Fetched daily solar data for five Syrian regions via the NASA POWER API; aggregated </a:t>
            </a:r>
            <a:r>
              <a:rPr lang="en-US" sz="13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dekadal</a:t>
            </a: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HDX rainfall into growing-season totals (Nov–May) with correct year-shift logic; pivoted FAOSTAT production data from long to wide format; inner-joined all three sources into a 34-year panel (1991–2024).</a:t>
            </a:r>
          </a:p>
          <a:p>
            <a:pPr marL="0" indent="0">
              <a:lnSpc>
                <a:spcPct val="100000"/>
              </a:lnSpc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Data-Quality Correction: Detected that NASA returns solar in MJ/m²/day rather than kWh/m²/day; corrected by dividing by 3.6 after observing physically impossible values (&gt;12 kWh/m²/day) in the raw distribution</a:t>
            </a: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</p:txBody>
      </p:sp>
      <p:sp>
        <p:nvSpPr>
          <p:cNvPr id="492" name="Rectangle">
            <a:extLst>
              <a:ext uri="{FF2B5EF4-FFF2-40B4-BE49-F238E27FC236}">
                <a16:creationId xmlns:a16="http://schemas.microsoft.com/office/drawing/2014/main" id="{6D2FDE8A-7281-11C1-FE8F-62E1489E9D46}"/>
              </a:ext>
            </a:extLst>
          </p:cNvPr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>
            <a:extLst>
              <a:ext uri="{FF2B5EF4-FFF2-40B4-BE49-F238E27FC236}">
                <a16:creationId xmlns:a16="http://schemas.microsoft.com/office/drawing/2014/main" id="{7F6AF1D6-5E18-4D4A-AF2E-D4983F1F0F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Project Development</a:t>
            </a: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F816EA8B-B45F-E34C-F002-9B70258C7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3C8C2F4E-1FB3-69F9-D75B-ACEAEF90013A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2583B676-E842-B576-A3F9-4E9420A76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BA4DA07E-3F8A-F7B3-903A-C4ABBBDA4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0B9C34C7-D810-218C-80E8-8FAF2B33BE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8F9D5949-CDE7-6DD1-EEE2-32225DC50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D8BDD8B-8631-5ADC-850F-FBD40290DB75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D8BDD8B-8631-5ADC-850F-FBD40290DB7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7A8A1D4A-D779-918C-30E8-B5E00B28AE3F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1FA3E71-22C3-27CD-02BB-1F2CE9BC8644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1FA3E71-22C3-27CD-02BB-1F2CE9BC864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6F20155-B91F-BBA2-D172-17A7D9091FBE}"/>
              </a:ext>
            </a:extLst>
          </p:cNvPr>
          <p:cNvSpPr txBox="1">
            <a:spLocks/>
          </p:cNvSpPr>
          <p:nvPr/>
        </p:nvSpPr>
        <p:spPr>
          <a:xfrm>
            <a:off x="6306767" y="1663975"/>
            <a:ext cx="5524390" cy="43017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tIns="45720" rIns="45719" bIns="45720" anchor="ctr">
            <a:noAutofit/>
          </a:bodyPr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1234439" marR="0" indent="-320039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21844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marL="0" indent="0" hangingPunct="1">
              <a:lnSpc>
                <a:spcPct val="100000"/>
              </a:lnSpc>
              <a:buFont typeface="Arial"/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3 — Analysis &amp; Modelling: Ran correlation analysis across all five variables; trained a linear regression predicting yield from rainfall and solar (R² ≈ 0.35 cross-validated); diagnosed area model (R² = 0.017) as evidence that planted area is not climate-driven.</a:t>
            </a:r>
          </a:p>
          <a:p>
            <a:pPr marL="0" indent="0" hangingPunct="1">
              <a:lnSpc>
                <a:spcPct val="100000"/>
              </a:lnSpc>
              <a:buFont typeface="Arial"/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3 — Deployment: Packaged the model with </a:t>
            </a:r>
            <a:r>
              <a:rPr lang="en-US" sz="13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joblib</a:t>
            </a: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; built a </a:t>
            </a:r>
            <a:r>
              <a:rPr lang="en-US" sz="13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FastAPI</a:t>
            </a: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service with both a browser form and a JSON API endpoint; deployed to Render; resolved a python-multipart dependency error during deployment.</a:t>
            </a:r>
          </a:p>
          <a:p>
            <a:pPr marL="0" indent="0" hangingPunct="1">
              <a:lnSpc>
                <a:spcPct val="100000"/>
              </a:lnSpc>
              <a:buFont typeface="Arial"/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3 — Power BI Dashboard: Built an interactive dashboard with KPI cards (rainfall anomaly, production, elasticity), a dual-axis rainfall-vs-production time series, a regional drought-severity </a:t>
            </a:r>
            <a:r>
              <a:rPr lang="en-US" sz="13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heatmap</a:t>
            </a: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, a rainfall–yield scatter plot, and a year slicer.</a:t>
            </a:r>
          </a:p>
          <a:p>
            <a:pPr marL="0" indent="0" hangingPunct="1">
              <a:lnSpc>
                <a:spcPct val="100000"/>
              </a:lnSpc>
              <a:buFont typeface="Arial"/>
              <a:buNone/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3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Day 4 — Finalization: Finalized the notebook, generated publication-quality figures, wrote the README and project summary, prepared the 7-slide presentation, and submitted all deliverables before the 17:00 deadline.</a:t>
            </a:r>
            <a:endParaRPr lang="en-US" sz="13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61165018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7930-90D2-9289-D4D9-BB4BAC873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>
            <a:extLst>
              <a:ext uri="{FF2B5EF4-FFF2-40B4-BE49-F238E27FC236}">
                <a16:creationId xmlns:a16="http://schemas.microsoft.com/office/drawing/2014/main" id="{1635224B-9D32-87FA-6132-ADD195AE7DF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40854" y="2951018"/>
            <a:ext cx="8007631" cy="3173252"/>
          </a:xfrm>
          <a:prstGeom prst="rect">
            <a:avLst/>
          </a:prstGeom>
        </p:spPr>
        <p:txBody>
          <a:bodyPr lIns="45719" tIns="45720" rIns="45719" bIns="45720" anchor="ctr">
            <a:normAutofit lnSpcReduction="10000"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/>
              </a:rPr>
              <a:t>Immediate: Delivers a working early-warning tool that gives agricultural planners and humanitarian coordinators a 3–4 month lead time to anticipate drought-driven wheat shortfalls before harvest.</a:t>
            </a: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600" dirty="0">
              <a:latin typeface="Microsoft YaHei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/>
              </a:rPr>
              <a:t>Data-driven: Quantifies for the first time that climate variability explains ~35% of Syrian wheat yield variance while planted area is decoupled from weather — redirecting policy attention toward the yield channel.</a:t>
            </a: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600" dirty="0">
              <a:latin typeface="Microsoft YaHei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600" dirty="0">
                <a:latin typeface="Microsoft YaHei Light"/>
              </a:rPr>
              <a:t>Scalable: Provides an open, reproducible pipeline (notebook + API + dashboard) that can be adapted to other drought-affected regions such as Iraq, Lebanon, and Yemen, contributing directly to SDG 2 and SDG 13.</a:t>
            </a:r>
            <a:r>
              <a:rPr lang="tr-TR" sz="1600" dirty="0" smtClean="0">
                <a:latin typeface="Microsoft YaHei Light"/>
              </a:rPr>
              <a:t>-</a:t>
            </a:r>
            <a:endParaRPr sz="1600" dirty="0">
              <a:latin typeface="Microsoft YaHei Light"/>
            </a:endParaRPr>
          </a:p>
        </p:txBody>
      </p:sp>
      <p:sp>
        <p:nvSpPr>
          <p:cNvPr id="492" name="Rectangle">
            <a:extLst>
              <a:ext uri="{FF2B5EF4-FFF2-40B4-BE49-F238E27FC236}">
                <a16:creationId xmlns:a16="http://schemas.microsoft.com/office/drawing/2014/main" id="{85B8BBAC-72D1-DF3E-5111-6EB75F80A6C6}"/>
              </a:ext>
            </a:extLst>
          </p:cNvPr>
          <p:cNvSpPr/>
          <p:nvPr/>
        </p:nvSpPr>
        <p:spPr>
          <a:xfrm>
            <a:off x="698305" y="2253235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>
            <a:extLst>
              <a:ext uri="{FF2B5EF4-FFF2-40B4-BE49-F238E27FC236}">
                <a16:creationId xmlns:a16="http://schemas.microsoft.com/office/drawing/2014/main" id="{20A47334-EC8B-17F3-E79B-425BE02AC1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854" y="1629976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Project </a:t>
            </a: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Impact</a:t>
            </a:r>
            <a:endParaRPr lang="tr-TR" sz="3350" b="1" dirty="0">
              <a:solidFill>
                <a:schemeClr val="bg1"/>
              </a:solidFill>
              <a:latin typeface="Microsoft YaHei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A7A18A68-F864-C8D1-67C0-8D37C6E11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98269FE-2A8A-9087-E615-63382BE0A29E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31C22BB9-34C0-07E2-7FDE-B1257015B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AF213147-4B6E-0082-EF64-AB91E9B3F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AC104A46-A65E-C2AB-330A-D701E6206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1CA36C4F-D22C-E707-D8CF-12B119B25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DE1350E-6CBE-394D-B9D3-CB887F44574A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DE1350E-6CBE-394D-B9D3-CB887F44574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628BDD42-F534-E73F-9F55-0D613948DAA7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23C283B-9716-D210-A874-BF277F9E36EB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23C283B-9716-D210-A874-BF277F9E36E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510388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461654" y="3660797"/>
            <a:ext cx="5759946" cy="2313386"/>
          </a:xfrm>
          <a:prstGeom prst="rect">
            <a:avLst/>
          </a:prstGeom>
        </p:spPr>
        <p:txBody>
          <a:bodyPr lIns="45719" tIns="45720" rIns="45719" bIns="45720" anchor="ctr">
            <a:noAutofit/>
          </a:bodyPr>
          <a:lstStyle/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Expand the dataset: Integrate additional years, subnational production data, and complementary climate variables (soil moisture, evapotranspiration, temperature) to improve model accuracy beyond the current R² ≈ 0.35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Advanced modelling: Move beyond linear regression to gradient boosting, random forests, and time-series models (ARIMAX, LSTM) once the sample size supports it; validate predictions against real harvest outcomes as FAOSTAT publishes them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Low-cost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IoT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field sensors: Design an affordable (~$20) solar-powered sensor node using ESP32 + soil-moisture + rainfall + temperature sensors, deployed across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rainfed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wheat regions in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Hassakeh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and Raqqa, streaming real-time data to the </a:t>
            </a:r>
            <a:r>
              <a:rPr lang="en-US" sz="1400" dirty="0" err="1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FastAPI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 backend to replace coarse gridded estimates with ground truth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</a:rPr>
              <a:t>Farmer-facing mobile app: Build a lightweight Android app (React Native or Flutter) that pushes localized drought alerts and planting advice in Arabic to farmers, using the same predictive model behind the API.</a:t>
            </a:r>
          </a:p>
          <a:p>
            <a:pPr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</a:endParaRPr>
          </a:p>
        </p:txBody>
      </p:sp>
      <p:sp>
        <p:nvSpPr>
          <p:cNvPr id="492" name="Rectangle"/>
          <p:cNvSpPr/>
          <p:nvPr/>
        </p:nvSpPr>
        <p:spPr>
          <a:xfrm>
            <a:off x="640854" y="1948596"/>
            <a:ext cx="4289331" cy="619598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493" name="Title 1"/>
          <p:cNvSpPr txBox="1">
            <a:spLocks noGrp="1"/>
          </p:cNvSpPr>
          <p:nvPr>
            <p:ph type="title"/>
          </p:nvPr>
        </p:nvSpPr>
        <p:spPr>
          <a:xfrm>
            <a:off x="640854" y="1300545"/>
            <a:ext cx="7756075" cy="869546"/>
          </a:xfrm>
          <a:prstGeom prst="rect">
            <a:avLst/>
          </a:prstGeom>
        </p:spPr>
        <p:txBody>
          <a:bodyPr lIns="45719" tIns="45720" rIns="45719" bIns="45720" anchor="ctr">
            <a:normAutofit/>
          </a:bodyPr>
          <a:lstStyle/>
          <a:p>
            <a:pPr defTabSz="795527">
              <a:defRPr sz="3393">
                <a:solidFill>
                  <a:srgbClr val="383838"/>
                </a:solidFill>
                <a:latin typeface="Merriweather Sans Regular"/>
                <a:ea typeface="Merriweather Sans Regular"/>
                <a:cs typeface="Merriweather Sans Regular"/>
                <a:sym typeface="Merriweather Sans Regular"/>
              </a:defRPr>
            </a:pP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Conclusion</a:t>
            </a: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 </a:t>
            </a: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and</a:t>
            </a:r>
            <a:r>
              <a:rPr lang="tr-TR" sz="3350" b="1" dirty="0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 </a:t>
            </a:r>
            <a:r>
              <a:rPr lang="tr-TR" sz="3350" b="1" dirty="0" err="1">
                <a:solidFill>
                  <a:schemeClr val="bg1"/>
                </a:solidFill>
                <a:latin typeface="Microsoft YaHei"/>
                <a:ea typeface="Merriweather Sans Regular ExtraBold"/>
                <a:cs typeface="Merriweather Sans Regular ExtraBold"/>
              </a:rPr>
              <a:t>Futurework</a:t>
            </a:r>
            <a:endParaRPr sz="3350" b="1" dirty="0">
              <a:solidFill>
                <a:schemeClr val="bg1"/>
              </a:solidFill>
              <a:latin typeface="Microsoft YaHei"/>
              <a:ea typeface="Merriweather Sans Regular ExtraBold"/>
              <a:cs typeface="Merriweather Sans Regular ExtraBold"/>
            </a:endParaRPr>
          </a:p>
        </p:txBody>
      </p:sp>
      <p:pic>
        <p:nvPicPr>
          <p:cNvPr id="12" name="Image" descr="Image">
            <a:extLst>
              <a:ext uri="{FF2B5EF4-FFF2-40B4-BE49-F238E27FC236}">
                <a16:creationId xmlns:a16="http://schemas.microsoft.com/office/drawing/2014/main" id="{527B033D-58DE-C2AD-9182-2E91C4668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54" y="502466"/>
            <a:ext cx="1934776" cy="15311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87CC85C-9605-11A6-85A7-8A7034F84D95}"/>
              </a:ext>
            </a:extLst>
          </p:cNvPr>
          <p:cNvGrpSpPr/>
          <p:nvPr/>
        </p:nvGrpSpPr>
        <p:grpSpPr>
          <a:xfrm>
            <a:off x="8396929" y="180373"/>
            <a:ext cx="3292787" cy="729780"/>
            <a:chOff x="8396929" y="180373"/>
            <a:chExt cx="3292787" cy="729780"/>
          </a:xfrm>
        </p:grpSpPr>
        <p:pic>
          <p:nvPicPr>
            <p:cNvPr id="14" name="Picture 13" descr="Picture 7">
              <a:extLst>
                <a:ext uri="{FF2B5EF4-FFF2-40B4-BE49-F238E27FC236}">
                  <a16:creationId xmlns:a16="http://schemas.microsoft.com/office/drawing/2014/main" id="{73CA5DA9-18E2-6441-B52B-1779AAE59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48289" y="284959"/>
              <a:ext cx="1053632" cy="52060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" name="Picture 14" descr="Picture 9">
              <a:extLst>
                <a:ext uri="{FF2B5EF4-FFF2-40B4-BE49-F238E27FC236}">
                  <a16:creationId xmlns:a16="http://schemas.microsoft.com/office/drawing/2014/main" id="{2432F4F4-2404-927D-ADE3-04176DA312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0391" y="225891"/>
              <a:ext cx="823093" cy="6278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" name="pasted-movie.png">
              <a:extLst>
                <a:ext uri="{FF2B5EF4-FFF2-40B4-BE49-F238E27FC236}">
                  <a16:creationId xmlns:a16="http://schemas.microsoft.com/office/drawing/2014/main" id="{A19410C1-D3A7-317B-D39E-DA1841D4D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11333350" y="180373"/>
              <a:ext cx="356366" cy="7297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" name="pasted-movie.png">
              <a:extLst>
                <a:ext uri="{FF2B5EF4-FFF2-40B4-BE49-F238E27FC236}">
                  <a16:creationId xmlns:a16="http://schemas.microsoft.com/office/drawing/2014/main" id="{729A8509-CD14-D22C-8BCC-350A11E99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941" t="19365" r="13941" b="19365"/>
            <a:stretch>
              <a:fillRect/>
            </a:stretch>
          </p:blipFill>
          <p:spPr>
            <a:xfrm>
              <a:off x="8396929" y="225891"/>
              <a:ext cx="672033" cy="5761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14:cNvPr>
              <p14:cNvContentPartPr/>
              <p14:nvPr/>
            </p14:nvContentPartPr>
            <p14:xfrm>
              <a:off x="9907437" y="716254"/>
              <a:ext cx="13252" cy="13252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E92D185-7A25-DC2F-D3F0-9DB8F9D96BE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44837" y="53654"/>
                <a:ext cx="1325200" cy="1325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Rectangle">
            <a:extLst>
              <a:ext uri="{FF2B5EF4-FFF2-40B4-BE49-F238E27FC236}">
                <a16:creationId xmlns:a16="http://schemas.microsoft.com/office/drawing/2014/main" id="{6463E1D9-6206-CBC0-0B9A-EEBAB7E390DF}"/>
              </a:ext>
            </a:extLst>
          </p:cNvPr>
          <p:cNvSpPr/>
          <p:nvPr/>
        </p:nvSpPr>
        <p:spPr>
          <a:xfrm>
            <a:off x="-2720" y="6663074"/>
            <a:ext cx="12215534" cy="243885"/>
          </a:xfrm>
          <a:prstGeom prst="rect">
            <a:avLst/>
          </a:prstGeom>
          <a:solidFill>
            <a:srgbClr val="4617D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14:cNvPr>
              <p14:cNvContentPartPr/>
              <p14:nvPr/>
            </p14:nvContentPartPr>
            <p14:xfrm>
              <a:off x="1100137" y="565105"/>
              <a:ext cx="13252" cy="13252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28AE68B-B221-AB76-7808-1E6D118D9D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79270" y="517776"/>
                <a:ext cx="450568" cy="106963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Content Placeholder 2"/>
          <p:cNvSpPr txBox="1">
            <a:spLocks/>
          </p:cNvSpPr>
          <p:nvPr/>
        </p:nvSpPr>
        <p:spPr>
          <a:xfrm>
            <a:off x="6400801" y="2668604"/>
            <a:ext cx="5110732" cy="3173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tIns="45720" rIns="45719" bIns="45720" anchor="ctr">
            <a:noAutofit/>
          </a:bodyPr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1234439" marR="0" indent="-320039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21844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FFFFFF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Integration with humanitarian workflows: Partner with WFP, FAO, and OCHA to operationalize the early-warning framework — embedding predictions into existing food-security monitoring systems and prepositioning pipelines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Multi-country expansion: Adapt the pipeline to Iraq, Lebanon, Jordan, and Yemen — all wheat-importing countries facing similar climate stress — as a shared regional early-warning platform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Open-source release: Publish the pipeline as a documented Python package with example notebooks, enabling researchers and NGOs to replicate the analysis for other crops and regions</a:t>
            </a: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.</a:t>
            </a:r>
            <a:endParaRPr lang="en-US" sz="1400" dirty="0">
              <a:solidFill>
                <a:srgbClr val="000000"/>
              </a:solidFill>
              <a:latin typeface="Merriweather Sans Light"/>
              <a:ea typeface="Merriweather Sans Light"/>
              <a:cs typeface="Merriweather Sans Light"/>
              <a:sym typeface="Merriweather Sans Light"/>
            </a:endParaRPr>
          </a:p>
          <a:p>
            <a:pPr hangingPunct="1">
              <a:lnSpc>
                <a:spcPct val="100000"/>
              </a:lnSpc>
              <a:defRPr sz="140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defRPr>
            </a:pPr>
            <a:r>
              <a:rPr lang="en-US" sz="1400" dirty="0">
                <a:solidFill>
                  <a:srgbClr val="000000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Institutional adoption: Work toward embedding the tool into national agricultural ministries and international monitoring platforms so that early signals translate into timely action.</a:t>
            </a:r>
          </a:p>
        </p:txBody>
      </p:sp>
    </p:spTree>
    <p:extLst>
      <p:ext uri="{BB962C8B-B14F-4D97-AF65-F5344CB8AC3E}">
        <p14:creationId xmlns:p14="http://schemas.microsoft.com/office/powerpoint/2010/main" val="2047139533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Rectangle"/>
          <p:cNvSpPr/>
          <p:nvPr/>
        </p:nvSpPr>
        <p:spPr>
          <a:xfrm>
            <a:off x="-11767" y="1343345"/>
            <a:ext cx="12215534" cy="5531503"/>
          </a:xfrm>
          <a:prstGeom prst="rect">
            <a:avLst/>
          </a:prstGeom>
          <a:solidFill>
            <a:srgbClr val="FE2E45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659" name="Picture 7" descr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32" y="387946"/>
            <a:ext cx="1172345" cy="572571"/>
          </a:xfrm>
          <a:prstGeom prst="rect">
            <a:avLst/>
          </a:prstGeom>
          <a:ln w="12700">
            <a:miter lim="400000"/>
          </a:ln>
        </p:spPr>
      </p:pic>
      <p:pic>
        <p:nvPicPr>
          <p:cNvPr id="660" name="Picture 9" descr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126" y="295810"/>
            <a:ext cx="959441" cy="733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661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4078" y="103953"/>
            <a:ext cx="526003" cy="1065320"/>
          </a:xfrm>
          <a:prstGeom prst="rect">
            <a:avLst/>
          </a:prstGeom>
          <a:ln w="12700">
            <a:miter lim="400000"/>
          </a:ln>
        </p:spPr>
      </p:pic>
      <p:pic>
        <p:nvPicPr>
          <p:cNvPr id="662" name="pasted-movie.png" descr="pasted-movie.png"/>
          <p:cNvPicPr>
            <a:picLocks noChangeAspect="1"/>
          </p:cNvPicPr>
          <p:nvPr/>
        </p:nvPicPr>
        <p:blipFill>
          <a:blip r:embed="rId5"/>
          <a:srcRect l="13941" t="19365" r="13941" b="19365"/>
          <a:stretch>
            <a:fillRect/>
          </a:stretch>
        </p:blipFill>
        <p:spPr>
          <a:xfrm>
            <a:off x="7968564" y="251012"/>
            <a:ext cx="907559" cy="771035"/>
          </a:xfrm>
          <a:prstGeom prst="rect">
            <a:avLst/>
          </a:prstGeom>
          <a:ln w="12700">
            <a:miter lim="400000"/>
          </a:ln>
        </p:spPr>
      </p:pic>
      <p:pic>
        <p:nvPicPr>
          <p:cNvPr id="663" name="Image" descr="Im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7704" y="2355271"/>
            <a:ext cx="2919045" cy="2837091"/>
          </a:xfrm>
          <a:prstGeom prst="rect">
            <a:avLst/>
          </a:prstGeom>
          <a:ln w="12700">
            <a:miter lim="400000"/>
          </a:ln>
        </p:spPr>
      </p:pic>
      <p:sp>
        <p:nvSpPr>
          <p:cNvPr id="664" name="Thank you!"/>
          <p:cNvSpPr txBox="1">
            <a:spLocks noGrp="1"/>
          </p:cNvSpPr>
          <p:nvPr>
            <p:ph type="ctrTitle" idx="4294967295"/>
          </p:nvPr>
        </p:nvSpPr>
        <p:spPr>
          <a:xfrm>
            <a:off x="4352098" y="2352844"/>
            <a:ext cx="4403897" cy="3307515"/>
          </a:xfrm>
          <a:prstGeom prst="rect">
            <a:avLst/>
          </a:prstGeom>
        </p:spPr>
        <p:txBody>
          <a:bodyPr lIns="91440" tIns="45720" rIns="91440" bIns="45720" anchor="t"/>
          <a:lstStyle>
            <a:lvl1pPr>
              <a:lnSpc>
                <a:spcPct val="60000"/>
              </a:lnSpc>
              <a:defRPr sz="8000">
                <a:solidFill>
                  <a:srgbClr val="FFFFFF"/>
                </a:solidFill>
                <a:latin typeface="Merriweather Sans Regular ExtraBold"/>
                <a:ea typeface="Merriweather Sans Regular ExtraBold"/>
                <a:cs typeface="Merriweather Sans Regular ExtraBold"/>
                <a:sym typeface="Merriweather Sans Regular ExtraBold"/>
              </a:defRPr>
            </a:lvl1pPr>
          </a:lstStyle>
          <a:p>
            <a:pPr>
              <a:lnSpc>
                <a:spcPct val="100000"/>
              </a:lnSpc>
            </a:pPr>
            <a:r>
              <a:rPr b="1">
                <a:latin typeface="Microsoft YaHei"/>
              </a:rPr>
              <a:t>Thank you!</a:t>
            </a:r>
            <a:endParaRPr lang="en-US" b="1">
              <a:latin typeface="Microsoft YaHei"/>
            </a:endParaRPr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603668" y="647699"/>
            <a:ext cx="5015131" cy="7024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frontiertech">
  <a:themeElements>
    <a:clrScheme name="frontiertech">
      <a:dk1>
        <a:srgbClr val="2B2551"/>
      </a:dk1>
      <a:lt1>
        <a:srgbClr val="FEFFFE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frontiertech">
  <a:themeElements>
    <a:clrScheme name="frontiertech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EC736"/>
      </a:accent1>
      <a:accent2>
        <a:srgbClr val="4CA2A9"/>
      </a:accent2>
      <a:accent3>
        <a:srgbClr val="5E73AC"/>
      </a:accent3>
      <a:accent4>
        <a:srgbClr val="B68A29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frontiertech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frontiertech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FEFFFE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E9A02BA3BD6C54284F20B51199E6706" ma:contentTypeVersion="17" ma:contentTypeDescription="Create a new document." ma:contentTypeScope="" ma:versionID="c98d0228abce7754384ebe83b64f5abe">
  <xsd:schema xmlns:xsd="http://www.w3.org/2001/XMLSchema" xmlns:xs="http://www.w3.org/2001/XMLSchema" xmlns:p="http://schemas.microsoft.com/office/2006/metadata/properties" xmlns:ns2="6259e846-8b77-4076-b7b3-191dee427045" xmlns:ns3="97847797-b717-4ffb-b5fd-2a237f853cda" targetNamespace="http://schemas.microsoft.com/office/2006/metadata/properties" ma:root="true" ma:fieldsID="6e2117bc6268b3a71bdab3243b1b5906" ns2:_="" ns3:_="">
    <xsd:import namespace="6259e846-8b77-4076-b7b3-191dee427045"/>
    <xsd:import namespace="97847797-b717-4ffb-b5fd-2a237f853c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Flow_SignoffStatus" minOccurs="0"/>
                <xsd:element ref="ns2:Tim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9e846-8b77-4076-b7b3-191dee4270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f8ebb0a5-c57d-4c3a-bec7-8a38252dd0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2" nillable="true" ma:displayName="Sign-off status" ma:internalName="Sign_x002d_off_x0020_status">
      <xsd:simpleType>
        <xsd:restriction base="dms:Text"/>
      </xsd:simpleType>
    </xsd:element>
    <xsd:element name="Time" ma:index="23" nillable="true" ma:displayName="Time" ma:format="DateOnly" ma:indexed="true" ma:internalName="Time">
      <xsd:simpleType>
        <xsd:restriction base="dms:DateTim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847797-b717-4ffb-b5fd-2a237f853cd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1c6c02b-ebe2-4c4d-aa1a-1071032b151f}" ma:internalName="TaxCatchAll" ma:showField="CatchAllData" ma:web="97847797-b717-4ffb-b5fd-2a237f853c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7847797-b717-4ffb-b5fd-2a237f853cda" xsi:nil="true"/>
    <lcf76f155ced4ddcb4097134ff3c332f xmlns="6259e846-8b77-4076-b7b3-191dee427045">
      <Terms xmlns="http://schemas.microsoft.com/office/infopath/2007/PartnerControls"/>
    </lcf76f155ced4ddcb4097134ff3c332f>
    <SharedWithUsers xmlns="97847797-b717-4ffb-b5fd-2a237f853cda">
      <UserInfo>
        <DisplayName>Yawen Liu</DisplayName>
        <AccountId>199</AccountId>
        <AccountType/>
      </UserInfo>
    </SharedWithUsers>
    <_Flow_SignoffStatus xmlns="6259e846-8b77-4076-b7b3-191dee427045" xsi:nil="true"/>
    <Time xmlns="6259e846-8b77-4076-b7b3-191dee427045" xsi:nil="true"/>
  </documentManagement>
</p:properties>
</file>

<file path=customXml/itemProps1.xml><?xml version="1.0" encoding="utf-8"?>
<ds:datastoreItem xmlns:ds="http://schemas.openxmlformats.org/officeDocument/2006/customXml" ds:itemID="{FC708245-87D3-4681-A12F-8891E23D58F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259e846-8b77-4076-b7b3-191dee427045"/>
    <ds:schemaRef ds:uri="97847797-b717-4ffb-b5fd-2a237f853c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FFB1A3-86F8-4D83-B399-9B6D5E293CE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22449C5-8A7C-4DDF-8BBD-9834F5F8D2B3}">
  <ds:schemaRefs>
    <ds:schemaRef ds:uri="6259e846-8b77-4076-b7b3-191dee427045"/>
    <ds:schemaRef ds:uri="97847797-b717-4ffb-b5fd-2a237f853c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1351</Words>
  <Application>Microsoft Office PowerPoint</Application>
  <PresentationFormat>Widescreen</PresentationFormat>
  <Paragraphs>70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Microsoft YaHei</vt:lpstr>
      <vt:lpstr>Microsoft YaHei Light</vt:lpstr>
      <vt:lpstr>Arial</vt:lpstr>
      <vt:lpstr>Calibri</vt:lpstr>
      <vt:lpstr>Calibri Light</vt:lpstr>
      <vt:lpstr>Helvetica Neue Thin</vt:lpstr>
      <vt:lpstr>Merriweather Sans Light</vt:lpstr>
      <vt:lpstr>Merriweather Sans Regular</vt:lpstr>
      <vt:lpstr>Merriweather Sans Regular ExtraBold</vt:lpstr>
      <vt:lpstr>Myriad Pro Semibold</vt:lpstr>
      <vt:lpstr>frontiertech</vt:lpstr>
      <vt:lpstr>PowerPoint Presentation</vt:lpstr>
      <vt:lpstr>PowerPoint Presentation</vt:lpstr>
      <vt:lpstr>Background &amp; Objective</vt:lpstr>
      <vt:lpstr>SDG Relation</vt:lpstr>
      <vt:lpstr>Solution / Project Element</vt:lpstr>
      <vt:lpstr>RoadMap</vt:lpstr>
      <vt:lpstr>Project Development</vt:lpstr>
      <vt:lpstr>Project Impact</vt:lpstr>
      <vt:lpstr>Conclusion and Futurework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MK1349</cp:lastModifiedBy>
  <cp:revision>20</cp:revision>
  <dcterms:modified xsi:type="dcterms:W3CDTF">2026-10-02T05:02:13Z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0x0101007E9A02BA3BD6C54284F20B51199E6706</vt:lpwstr>
  </property>
  <property fmtid="{D5CDD505-2E9C-101B-9397-08002B2CF9AE}" pid="3" name="MediaServiceImageTags">
    <vt:lpwstr/>
  </property>
</Properties>
</file>